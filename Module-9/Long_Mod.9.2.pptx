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B2C7CE-FFB2-42DF-BA83-6DCD250B7474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9734F85-A4E4-4D98-BA0F-25634BAD760F}">
      <dgm:prSet/>
      <dgm:spPr/>
      <dgm:t>
        <a:bodyPr/>
        <a:lstStyle/>
        <a:p>
          <a:r>
            <a:rPr lang="en-US"/>
            <a:t>- Fear of punishment</a:t>
          </a:r>
        </a:p>
      </dgm:t>
    </dgm:pt>
    <dgm:pt modelId="{73FAF578-79B0-4AC6-B87C-9DBD6D04EBC5}" type="parTrans" cxnId="{3803FDE0-0818-47B2-B50F-386BD37B5BCB}">
      <dgm:prSet/>
      <dgm:spPr/>
      <dgm:t>
        <a:bodyPr/>
        <a:lstStyle/>
        <a:p>
          <a:endParaRPr lang="en-US"/>
        </a:p>
      </dgm:t>
    </dgm:pt>
    <dgm:pt modelId="{D170C171-12D3-4CD2-9989-D0C79E8CE464}" type="sibTrans" cxnId="{3803FDE0-0818-47B2-B50F-386BD37B5BCB}">
      <dgm:prSet/>
      <dgm:spPr/>
      <dgm:t>
        <a:bodyPr/>
        <a:lstStyle/>
        <a:p>
          <a:endParaRPr lang="en-US"/>
        </a:p>
      </dgm:t>
    </dgm:pt>
    <dgm:pt modelId="{B718807D-A228-4485-89D8-8BC9AE850E32}">
      <dgm:prSet/>
      <dgm:spPr/>
      <dgm:t>
        <a:bodyPr/>
        <a:lstStyle/>
        <a:p>
          <a:r>
            <a:rPr lang="en-US"/>
            <a:t>- Past negative experiences</a:t>
          </a:r>
        </a:p>
      </dgm:t>
    </dgm:pt>
    <dgm:pt modelId="{C45B7B8E-2374-4FAA-BF10-5C562C926F18}" type="parTrans" cxnId="{BAD51A01-C4A1-4877-AF6E-73D3C679F091}">
      <dgm:prSet/>
      <dgm:spPr/>
      <dgm:t>
        <a:bodyPr/>
        <a:lstStyle/>
        <a:p>
          <a:endParaRPr lang="en-US"/>
        </a:p>
      </dgm:t>
    </dgm:pt>
    <dgm:pt modelId="{CC396B3A-2D5B-44DB-A74A-B7BFF3023032}" type="sibTrans" cxnId="{BAD51A01-C4A1-4877-AF6E-73D3C679F091}">
      <dgm:prSet/>
      <dgm:spPr/>
      <dgm:t>
        <a:bodyPr/>
        <a:lstStyle/>
        <a:p>
          <a:endParaRPr lang="en-US"/>
        </a:p>
      </dgm:t>
    </dgm:pt>
    <dgm:pt modelId="{A25E5839-8596-4829-8BFC-6A3FFE2671A8}">
      <dgm:prSet/>
      <dgm:spPr/>
      <dgm:t>
        <a:bodyPr/>
        <a:lstStyle/>
        <a:p>
          <a:r>
            <a:rPr lang="en-US"/>
            <a:t>- Unclear boundaries</a:t>
          </a:r>
        </a:p>
      </dgm:t>
    </dgm:pt>
    <dgm:pt modelId="{89B075B5-202F-46C1-88D9-AD7ADB4440E5}" type="parTrans" cxnId="{E624A92D-3BE0-48C8-A030-8EE1A75E0104}">
      <dgm:prSet/>
      <dgm:spPr/>
      <dgm:t>
        <a:bodyPr/>
        <a:lstStyle/>
        <a:p>
          <a:endParaRPr lang="en-US"/>
        </a:p>
      </dgm:t>
    </dgm:pt>
    <dgm:pt modelId="{4E2FD88C-CB95-4FC6-B384-A6F8606D87D6}" type="sibTrans" cxnId="{E624A92D-3BE0-48C8-A030-8EE1A75E0104}">
      <dgm:prSet/>
      <dgm:spPr/>
      <dgm:t>
        <a:bodyPr/>
        <a:lstStyle/>
        <a:p>
          <a:endParaRPr lang="en-US"/>
        </a:p>
      </dgm:t>
    </dgm:pt>
    <dgm:pt modelId="{395657D0-0055-4A51-8A0A-7943DDF87478}">
      <dgm:prSet/>
      <dgm:spPr/>
      <dgm:t>
        <a:bodyPr/>
        <a:lstStyle/>
        <a:p>
          <a:r>
            <a:rPr lang="en-US"/>
            <a:t>- Inconsistent handling of incidents</a:t>
          </a:r>
        </a:p>
      </dgm:t>
    </dgm:pt>
    <dgm:pt modelId="{6734753E-DE88-46C5-AF8B-FB81C3A0A6C1}" type="parTrans" cxnId="{90CA4938-82A9-4E98-BBDE-0CE81D83468A}">
      <dgm:prSet/>
      <dgm:spPr/>
      <dgm:t>
        <a:bodyPr/>
        <a:lstStyle/>
        <a:p>
          <a:endParaRPr lang="en-US"/>
        </a:p>
      </dgm:t>
    </dgm:pt>
    <dgm:pt modelId="{2EA529F8-43A8-4FFD-9AEF-89D19F16CFF3}" type="sibTrans" cxnId="{90CA4938-82A9-4E98-BBDE-0CE81D83468A}">
      <dgm:prSet/>
      <dgm:spPr/>
      <dgm:t>
        <a:bodyPr/>
        <a:lstStyle/>
        <a:p>
          <a:endParaRPr lang="en-US"/>
        </a:p>
      </dgm:t>
    </dgm:pt>
    <dgm:pt modelId="{1A10B205-023F-4E10-90C9-45EBED97A628}" type="pres">
      <dgm:prSet presAssocID="{3CB2C7CE-FFB2-42DF-BA83-6DCD250B7474}" presName="linear" presStyleCnt="0">
        <dgm:presLayoutVars>
          <dgm:animLvl val="lvl"/>
          <dgm:resizeHandles val="exact"/>
        </dgm:presLayoutVars>
      </dgm:prSet>
      <dgm:spPr/>
    </dgm:pt>
    <dgm:pt modelId="{A7F4CF45-E849-4E1C-B56F-CD6A8E48CE9B}" type="pres">
      <dgm:prSet presAssocID="{69734F85-A4E4-4D98-BA0F-25634BAD760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5956199-9F9D-4AC4-B608-EE96A6FB0CD2}" type="pres">
      <dgm:prSet presAssocID="{D170C171-12D3-4CD2-9989-D0C79E8CE464}" presName="spacer" presStyleCnt="0"/>
      <dgm:spPr/>
    </dgm:pt>
    <dgm:pt modelId="{10B94DCF-5FC3-4812-B869-E6A7667E4B52}" type="pres">
      <dgm:prSet presAssocID="{B718807D-A228-4485-89D8-8BC9AE850E3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86C385D-F407-4B59-B83A-4BA1E9EF14F4}" type="pres">
      <dgm:prSet presAssocID="{CC396B3A-2D5B-44DB-A74A-B7BFF3023032}" presName="spacer" presStyleCnt="0"/>
      <dgm:spPr/>
    </dgm:pt>
    <dgm:pt modelId="{174EC7AC-856B-497B-8394-62081F4C3305}" type="pres">
      <dgm:prSet presAssocID="{A25E5839-8596-4829-8BFC-6A3FFE2671A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136CFE1-8F11-4E2D-B040-3FBB0CD80945}" type="pres">
      <dgm:prSet presAssocID="{4E2FD88C-CB95-4FC6-B384-A6F8606D87D6}" presName="spacer" presStyleCnt="0"/>
      <dgm:spPr/>
    </dgm:pt>
    <dgm:pt modelId="{158B300D-3E4E-4B3D-9C63-E3889B8BAA76}" type="pres">
      <dgm:prSet presAssocID="{395657D0-0055-4A51-8A0A-7943DDF8747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AD51A01-C4A1-4877-AF6E-73D3C679F091}" srcId="{3CB2C7CE-FFB2-42DF-BA83-6DCD250B7474}" destId="{B718807D-A228-4485-89D8-8BC9AE850E32}" srcOrd="1" destOrd="0" parTransId="{C45B7B8E-2374-4FAA-BF10-5C562C926F18}" sibTransId="{CC396B3A-2D5B-44DB-A74A-B7BFF3023032}"/>
    <dgm:cxn modelId="{530E6220-1A9F-4D5B-AD7F-332CF00E27CB}" type="presOf" srcId="{69734F85-A4E4-4D98-BA0F-25634BAD760F}" destId="{A7F4CF45-E849-4E1C-B56F-CD6A8E48CE9B}" srcOrd="0" destOrd="0" presId="urn:microsoft.com/office/officeart/2005/8/layout/vList2"/>
    <dgm:cxn modelId="{E624A92D-3BE0-48C8-A030-8EE1A75E0104}" srcId="{3CB2C7CE-FFB2-42DF-BA83-6DCD250B7474}" destId="{A25E5839-8596-4829-8BFC-6A3FFE2671A8}" srcOrd="2" destOrd="0" parTransId="{89B075B5-202F-46C1-88D9-AD7ADB4440E5}" sibTransId="{4E2FD88C-CB95-4FC6-B384-A6F8606D87D6}"/>
    <dgm:cxn modelId="{90CA4938-82A9-4E98-BBDE-0CE81D83468A}" srcId="{3CB2C7CE-FFB2-42DF-BA83-6DCD250B7474}" destId="{395657D0-0055-4A51-8A0A-7943DDF87478}" srcOrd="3" destOrd="0" parTransId="{6734753E-DE88-46C5-AF8B-FB81C3A0A6C1}" sibTransId="{2EA529F8-43A8-4FFD-9AEF-89D19F16CFF3}"/>
    <dgm:cxn modelId="{CBDDD853-8322-4127-B7F0-4D805DCDEF7E}" type="presOf" srcId="{3CB2C7CE-FFB2-42DF-BA83-6DCD250B7474}" destId="{1A10B205-023F-4E10-90C9-45EBED97A628}" srcOrd="0" destOrd="0" presId="urn:microsoft.com/office/officeart/2005/8/layout/vList2"/>
    <dgm:cxn modelId="{BBBA1E81-7BCF-4D51-A851-B463638A1127}" type="presOf" srcId="{B718807D-A228-4485-89D8-8BC9AE850E32}" destId="{10B94DCF-5FC3-4812-B869-E6A7667E4B52}" srcOrd="0" destOrd="0" presId="urn:microsoft.com/office/officeart/2005/8/layout/vList2"/>
    <dgm:cxn modelId="{A2F8159B-4E65-48FC-9DA0-8E9E368A7264}" type="presOf" srcId="{395657D0-0055-4A51-8A0A-7943DDF87478}" destId="{158B300D-3E4E-4B3D-9C63-E3889B8BAA76}" srcOrd="0" destOrd="0" presId="urn:microsoft.com/office/officeart/2005/8/layout/vList2"/>
    <dgm:cxn modelId="{841BA3A8-AE00-44C7-84AD-09771BA20E8F}" type="presOf" srcId="{A25E5839-8596-4829-8BFC-6A3FFE2671A8}" destId="{174EC7AC-856B-497B-8394-62081F4C3305}" srcOrd="0" destOrd="0" presId="urn:microsoft.com/office/officeart/2005/8/layout/vList2"/>
    <dgm:cxn modelId="{3803FDE0-0818-47B2-B50F-386BD37B5BCB}" srcId="{3CB2C7CE-FFB2-42DF-BA83-6DCD250B7474}" destId="{69734F85-A4E4-4D98-BA0F-25634BAD760F}" srcOrd="0" destOrd="0" parTransId="{73FAF578-79B0-4AC6-B87C-9DBD6D04EBC5}" sibTransId="{D170C171-12D3-4CD2-9989-D0C79E8CE464}"/>
    <dgm:cxn modelId="{50E539EB-0847-4E3D-BF0B-BBD68F3E64E0}" type="presParOf" srcId="{1A10B205-023F-4E10-90C9-45EBED97A628}" destId="{A7F4CF45-E849-4E1C-B56F-CD6A8E48CE9B}" srcOrd="0" destOrd="0" presId="urn:microsoft.com/office/officeart/2005/8/layout/vList2"/>
    <dgm:cxn modelId="{94ED188D-3C52-4C11-9AA9-A0675D0705EA}" type="presParOf" srcId="{1A10B205-023F-4E10-90C9-45EBED97A628}" destId="{25956199-9F9D-4AC4-B608-EE96A6FB0CD2}" srcOrd="1" destOrd="0" presId="urn:microsoft.com/office/officeart/2005/8/layout/vList2"/>
    <dgm:cxn modelId="{D97F67E9-F7DA-4D85-ACBA-C665B1F29584}" type="presParOf" srcId="{1A10B205-023F-4E10-90C9-45EBED97A628}" destId="{10B94DCF-5FC3-4812-B869-E6A7667E4B52}" srcOrd="2" destOrd="0" presId="urn:microsoft.com/office/officeart/2005/8/layout/vList2"/>
    <dgm:cxn modelId="{2ACDE8E9-6CE5-4ED7-9596-1FD3AB66F021}" type="presParOf" srcId="{1A10B205-023F-4E10-90C9-45EBED97A628}" destId="{C86C385D-F407-4B59-B83A-4BA1E9EF14F4}" srcOrd="3" destOrd="0" presId="urn:microsoft.com/office/officeart/2005/8/layout/vList2"/>
    <dgm:cxn modelId="{F3739C24-069C-4F1D-8CA2-C73FBC34806D}" type="presParOf" srcId="{1A10B205-023F-4E10-90C9-45EBED97A628}" destId="{174EC7AC-856B-497B-8394-62081F4C3305}" srcOrd="4" destOrd="0" presId="urn:microsoft.com/office/officeart/2005/8/layout/vList2"/>
    <dgm:cxn modelId="{DC4B1C4C-61C7-48B9-80EF-FB0E06333E91}" type="presParOf" srcId="{1A10B205-023F-4E10-90C9-45EBED97A628}" destId="{8136CFE1-8F11-4E2D-B040-3FBB0CD80945}" srcOrd="5" destOrd="0" presId="urn:microsoft.com/office/officeart/2005/8/layout/vList2"/>
    <dgm:cxn modelId="{F41B751D-7AEF-41C5-A7B1-365B50683F1D}" type="presParOf" srcId="{1A10B205-023F-4E10-90C9-45EBED97A628}" destId="{158B300D-3E4E-4B3D-9C63-E3889B8BAA7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DE0829-9454-430F-B876-7C12D7F63CB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5E5CEBF-03B2-49A5-8D07-32B842CB78BF}">
      <dgm:prSet/>
      <dgm:spPr/>
      <dgm:t>
        <a:bodyPr/>
        <a:lstStyle/>
        <a:p>
          <a:pPr>
            <a:defRPr cap="all"/>
          </a:pPr>
          <a:r>
            <a:rPr lang="en-US"/>
            <a:t>- Shame or embarrassment</a:t>
          </a:r>
        </a:p>
      </dgm:t>
    </dgm:pt>
    <dgm:pt modelId="{CFE6F07B-DCB0-40FC-92F4-CB3C2875F4EF}" type="parTrans" cxnId="{866ED123-682F-437D-8C1B-6DD912FB5DDF}">
      <dgm:prSet/>
      <dgm:spPr/>
      <dgm:t>
        <a:bodyPr/>
        <a:lstStyle/>
        <a:p>
          <a:endParaRPr lang="en-US"/>
        </a:p>
      </dgm:t>
    </dgm:pt>
    <dgm:pt modelId="{C6B0C47F-7F5B-433A-8924-AE7254D77699}" type="sibTrans" cxnId="{866ED123-682F-437D-8C1B-6DD912FB5DDF}">
      <dgm:prSet/>
      <dgm:spPr/>
      <dgm:t>
        <a:bodyPr/>
        <a:lstStyle/>
        <a:p>
          <a:endParaRPr lang="en-US"/>
        </a:p>
      </dgm:t>
    </dgm:pt>
    <dgm:pt modelId="{8BC23A63-C3FE-4E2E-AE64-ACBB9429DF7D}">
      <dgm:prSet/>
      <dgm:spPr/>
      <dgm:t>
        <a:bodyPr/>
        <a:lstStyle/>
        <a:p>
          <a:pPr>
            <a:defRPr cap="all"/>
          </a:pPr>
          <a:r>
            <a:rPr lang="en-US"/>
            <a:t>- Hierarchies blocking honesty</a:t>
          </a:r>
        </a:p>
      </dgm:t>
    </dgm:pt>
    <dgm:pt modelId="{CF58AB26-F45C-4229-9D17-ACA00DF76B26}" type="parTrans" cxnId="{AF4106EC-5BBB-48D0-8E75-BA045EB02454}">
      <dgm:prSet/>
      <dgm:spPr/>
      <dgm:t>
        <a:bodyPr/>
        <a:lstStyle/>
        <a:p>
          <a:endParaRPr lang="en-US"/>
        </a:p>
      </dgm:t>
    </dgm:pt>
    <dgm:pt modelId="{BF8570BD-57F5-45B3-A575-CBA6942D80A4}" type="sibTrans" cxnId="{AF4106EC-5BBB-48D0-8E75-BA045EB02454}">
      <dgm:prSet/>
      <dgm:spPr/>
      <dgm:t>
        <a:bodyPr/>
        <a:lstStyle/>
        <a:p>
          <a:endParaRPr lang="en-US"/>
        </a:p>
      </dgm:t>
    </dgm:pt>
    <dgm:pt modelId="{1AC68C6B-7EE9-4734-B99E-5F09B77E8150}">
      <dgm:prSet/>
      <dgm:spPr/>
      <dgm:t>
        <a:bodyPr/>
        <a:lstStyle/>
        <a:p>
          <a:pPr>
            <a:defRPr cap="all"/>
          </a:pPr>
          <a:r>
            <a:rPr lang="en-US"/>
            <a:t>- Misunderstood expectations</a:t>
          </a:r>
        </a:p>
      </dgm:t>
    </dgm:pt>
    <dgm:pt modelId="{839E4BAE-F61A-413F-A517-8514B03D6DEF}" type="parTrans" cxnId="{D7FF5BD7-F3F0-46B9-8B78-C4AD3F68BA82}">
      <dgm:prSet/>
      <dgm:spPr/>
      <dgm:t>
        <a:bodyPr/>
        <a:lstStyle/>
        <a:p>
          <a:endParaRPr lang="en-US"/>
        </a:p>
      </dgm:t>
    </dgm:pt>
    <dgm:pt modelId="{D1AE8036-8EC1-4990-B9C0-75DD8C1A7D6A}" type="sibTrans" cxnId="{D7FF5BD7-F3F0-46B9-8B78-C4AD3F68BA82}">
      <dgm:prSet/>
      <dgm:spPr/>
      <dgm:t>
        <a:bodyPr/>
        <a:lstStyle/>
        <a:p>
          <a:endParaRPr lang="en-US"/>
        </a:p>
      </dgm:t>
    </dgm:pt>
    <dgm:pt modelId="{8FBBDF4C-D745-44F0-B1A1-B509327CCF71}" type="pres">
      <dgm:prSet presAssocID="{96DE0829-9454-430F-B876-7C12D7F63CB1}" presName="root" presStyleCnt="0">
        <dgm:presLayoutVars>
          <dgm:dir/>
          <dgm:resizeHandles val="exact"/>
        </dgm:presLayoutVars>
      </dgm:prSet>
      <dgm:spPr/>
    </dgm:pt>
    <dgm:pt modelId="{7752B3AB-417E-4AB0-9B99-352C9DB24ADA}" type="pres">
      <dgm:prSet presAssocID="{05E5CEBF-03B2-49A5-8D07-32B842CB78BF}" presName="compNode" presStyleCnt="0"/>
      <dgm:spPr/>
    </dgm:pt>
    <dgm:pt modelId="{1C18ADB6-C8AA-4C1A-A588-3B572FB1D675}" type="pres">
      <dgm:prSet presAssocID="{05E5CEBF-03B2-49A5-8D07-32B842CB78BF}" presName="iconBgRect" presStyleLbl="bgShp" presStyleIdx="0" presStyleCnt="3"/>
      <dgm:spPr/>
    </dgm:pt>
    <dgm:pt modelId="{DD3739EA-3686-499E-B61C-5319974BADA8}" type="pres">
      <dgm:prSet presAssocID="{05E5CEBF-03B2-49A5-8D07-32B842CB78B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D3606164-B94A-42A4-AC87-F9A7275F9C74}" type="pres">
      <dgm:prSet presAssocID="{05E5CEBF-03B2-49A5-8D07-32B842CB78BF}" presName="spaceRect" presStyleCnt="0"/>
      <dgm:spPr/>
    </dgm:pt>
    <dgm:pt modelId="{DF51D3A5-1DF2-4825-8454-EE0D4E1D84B1}" type="pres">
      <dgm:prSet presAssocID="{05E5CEBF-03B2-49A5-8D07-32B842CB78BF}" presName="textRect" presStyleLbl="revTx" presStyleIdx="0" presStyleCnt="3">
        <dgm:presLayoutVars>
          <dgm:chMax val="1"/>
          <dgm:chPref val="1"/>
        </dgm:presLayoutVars>
      </dgm:prSet>
      <dgm:spPr/>
    </dgm:pt>
    <dgm:pt modelId="{7231B93A-1039-46C8-9B35-626B5A78340C}" type="pres">
      <dgm:prSet presAssocID="{C6B0C47F-7F5B-433A-8924-AE7254D77699}" presName="sibTrans" presStyleCnt="0"/>
      <dgm:spPr/>
    </dgm:pt>
    <dgm:pt modelId="{F52BA86C-B2C0-4810-A5A5-3DE38D038760}" type="pres">
      <dgm:prSet presAssocID="{8BC23A63-C3FE-4E2E-AE64-ACBB9429DF7D}" presName="compNode" presStyleCnt="0"/>
      <dgm:spPr/>
    </dgm:pt>
    <dgm:pt modelId="{61B8DA96-348D-4BD7-8EA6-969C0EF60D40}" type="pres">
      <dgm:prSet presAssocID="{8BC23A63-C3FE-4E2E-AE64-ACBB9429DF7D}" presName="iconBgRect" presStyleLbl="bgShp" presStyleIdx="1" presStyleCnt="3"/>
      <dgm:spPr/>
    </dgm:pt>
    <dgm:pt modelId="{CCF934BF-21DE-4694-9526-B07B9E8297FA}" type="pres">
      <dgm:prSet presAssocID="{8BC23A63-C3FE-4E2E-AE64-ACBB9429DF7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07739584-415B-4224-9000-3B051E7896D3}" type="pres">
      <dgm:prSet presAssocID="{8BC23A63-C3FE-4E2E-AE64-ACBB9429DF7D}" presName="spaceRect" presStyleCnt="0"/>
      <dgm:spPr/>
    </dgm:pt>
    <dgm:pt modelId="{EC8770F7-129F-427A-ADBA-E60C73EA7BEE}" type="pres">
      <dgm:prSet presAssocID="{8BC23A63-C3FE-4E2E-AE64-ACBB9429DF7D}" presName="textRect" presStyleLbl="revTx" presStyleIdx="1" presStyleCnt="3">
        <dgm:presLayoutVars>
          <dgm:chMax val="1"/>
          <dgm:chPref val="1"/>
        </dgm:presLayoutVars>
      </dgm:prSet>
      <dgm:spPr/>
    </dgm:pt>
    <dgm:pt modelId="{F64FBF11-344F-4593-9677-94E61820A380}" type="pres">
      <dgm:prSet presAssocID="{BF8570BD-57F5-45B3-A575-CBA6942D80A4}" presName="sibTrans" presStyleCnt="0"/>
      <dgm:spPr/>
    </dgm:pt>
    <dgm:pt modelId="{C44379C0-4604-4B78-97C2-575426308589}" type="pres">
      <dgm:prSet presAssocID="{1AC68C6B-7EE9-4734-B99E-5F09B77E8150}" presName="compNode" presStyleCnt="0"/>
      <dgm:spPr/>
    </dgm:pt>
    <dgm:pt modelId="{FED660E7-9249-4B26-9CFA-A3AF7987124C}" type="pres">
      <dgm:prSet presAssocID="{1AC68C6B-7EE9-4734-B99E-5F09B77E8150}" presName="iconBgRect" presStyleLbl="bgShp" presStyleIdx="2" presStyleCnt="3"/>
      <dgm:spPr/>
    </dgm:pt>
    <dgm:pt modelId="{67327CC8-9E5C-4134-B076-C1C1DC3DB661}" type="pres">
      <dgm:prSet presAssocID="{1AC68C6B-7EE9-4734-B99E-5F09B77E815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ought bubble"/>
        </a:ext>
      </dgm:extLst>
    </dgm:pt>
    <dgm:pt modelId="{B9A16191-BB70-494B-899E-6E942FD60E7C}" type="pres">
      <dgm:prSet presAssocID="{1AC68C6B-7EE9-4734-B99E-5F09B77E8150}" presName="spaceRect" presStyleCnt="0"/>
      <dgm:spPr/>
    </dgm:pt>
    <dgm:pt modelId="{1A0A9D28-8085-428F-B72A-984E3C96FD42}" type="pres">
      <dgm:prSet presAssocID="{1AC68C6B-7EE9-4734-B99E-5F09B77E815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66ED123-682F-437D-8C1B-6DD912FB5DDF}" srcId="{96DE0829-9454-430F-B876-7C12D7F63CB1}" destId="{05E5CEBF-03B2-49A5-8D07-32B842CB78BF}" srcOrd="0" destOrd="0" parTransId="{CFE6F07B-DCB0-40FC-92F4-CB3C2875F4EF}" sibTransId="{C6B0C47F-7F5B-433A-8924-AE7254D77699}"/>
    <dgm:cxn modelId="{2874DAAD-C1F9-4473-95C9-FF2807327F0D}" type="presOf" srcId="{8BC23A63-C3FE-4E2E-AE64-ACBB9429DF7D}" destId="{EC8770F7-129F-427A-ADBA-E60C73EA7BEE}" srcOrd="0" destOrd="0" presId="urn:microsoft.com/office/officeart/2018/5/layout/IconCircleLabelList"/>
    <dgm:cxn modelId="{3B3753B4-176A-4C1A-9005-490D4D88FF04}" type="presOf" srcId="{96DE0829-9454-430F-B876-7C12D7F63CB1}" destId="{8FBBDF4C-D745-44F0-B1A1-B509327CCF71}" srcOrd="0" destOrd="0" presId="urn:microsoft.com/office/officeart/2018/5/layout/IconCircleLabelList"/>
    <dgm:cxn modelId="{D7FF5BD7-F3F0-46B9-8B78-C4AD3F68BA82}" srcId="{96DE0829-9454-430F-B876-7C12D7F63CB1}" destId="{1AC68C6B-7EE9-4734-B99E-5F09B77E8150}" srcOrd="2" destOrd="0" parTransId="{839E4BAE-F61A-413F-A517-8514B03D6DEF}" sibTransId="{D1AE8036-8EC1-4990-B9C0-75DD8C1A7D6A}"/>
    <dgm:cxn modelId="{1C0391D8-D7B7-48E6-B9E0-AE192709170F}" type="presOf" srcId="{1AC68C6B-7EE9-4734-B99E-5F09B77E8150}" destId="{1A0A9D28-8085-428F-B72A-984E3C96FD42}" srcOrd="0" destOrd="0" presId="urn:microsoft.com/office/officeart/2018/5/layout/IconCircleLabelList"/>
    <dgm:cxn modelId="{AF4106EC-5BBB-48D0-8E75-BA045EB02454}" srcId="{96DE0829-9454-430F-B876-7C12D7F63CB1}" destId="{8BC23A63-C3FE-4E2E-AE64-ACBB9429DF7D}" srcOrd="1" destOrd="0" parTransId="{CF58AB26-F45C-4229-9D17-ACA00DF76B26}" sibTransId="{BF8570BD-57F5-45B3-A575-CBA6942D80A4}"/>
    <dgm:cxn modelId="{FB5D46EC-C5A3-42A6-9B3B-9250594EAD8D}" type="presOf" srcId="{05E5CEBF-03B2-49A5-8D07-32B842CB78BF}" destId="{DF51D3A5-1DF2-4825-8454-EE0D4E1D84B1}" srcOrd="0" destOrd="0" presId="urn:microsoft.com/office/officeart/2018/5/layout/IconCircleLabelList"/>
    <dgm:cxn modelId="{BB3E26FA-592E-4FD5-89C7-A5CF4C635481}" type="presParOf" srcId="{8FBBDF4C-D745-44F0-B1A1-B509327CCF71}" destId="{7752B3AB-417E-4AB0-9B99-352C9DB24ADA}" srcOrd="0" destOrd="0" presId="urn:microsoft.com/office/officeart/2018/5/layout/IconCircleLabelList"/>
    <dgm:cxn modelId="{DE746276-8238-43B5-A310-E3A85F11427D}" type="presParOf" srcId="{7752B3AB-417E-4AB0-9B99-352C9DB24ADA}" destId="{1C18ADB6-C8AA-4C1A-A588-3B572FB1D675}" srcOrd="0" destOrd="0" presId="urn:microsoft.com/office/officeart/2018/5/layout/IconCircleLabelList"/>
    <dgm:cxn modelId="{EB3838B5-9BF6-4A24-AE2D-F0D1911B1C0A}" type="presParOf" srcId="{7752B3AB-417E-4AB0-9B99-352C9DB24ADA}" destId="{DD3739EA-3686-499E-B61C-5319974BADA8}" srcOrd="1" destOrd="0" presId="urn:microsoft.com/office/officeart/2018/5/layout/IconCircleLabelList"/>
    <dgm:cxn modelId="{53340D9D-3783-44AF-9BDE-24EDFDD00199}" type="presParOf" srcId="{7752B3AB-417E-4AB0-9B99-352C9DB24ADA}" destId="{D3606164-B94A-42A4-AC87-F9A7275F9C74}" srcOrd="2" destOrd="0" presId="urn:microsoft.com/office/officeart/2018/5/layout/IconCircleLabelList"/>
    <dgm:cxn modelId="{C7582A5B-6D6C-4D90-838B-EC7D4EC20298}" type="presParOf" srcId="{7752B3AB-417E-4AB0-9B99-352C9DB24ADA}" destId="{DF51D3A5-1DF2-4825-8454-EE0D4E1D84B1}" srcOrd="3" destOrd="0" presId="urn:microsoft.com/office/officeart/2018/5/layout/IconCircleLabelList"/>
    <dgm:cxn modelId="{B2CC2C6C-1707-45EE-AEF5-F953F6DF9F3C}" type="presParOf" srcId="{8FBBDF4C-D745-44F0-B1A1-B509327CCF71}" destId="{7231B93A-1039-46C8-9B35-626B5A78340C}" srcOrd="1" destOrd="0" presId="urn:microsoft.com/office/officeart/2018/5/layout/IconCircleLabelList"/>
    <dgm:cxn modelId="{946C28AE-0C32-4EC1-8DFE-263D8183866A}" type="presParOf" srcId="{8FBBDF4C-D745-44F0-B1A1-B509327CCF71}" destId="{F52BA86C-B2C0-4810-A5A5-3DE38D038760}" srcOrd="2" destOrd="0" presId="urn:microsoft.com/office/officeart/2018/5/layout/IconCircleLabelList"/>
    <dgm:cxn modelId="{CA307E35-275E-4DD1-91DB-A43A4EC4DE9B}" type="presParOf" srcId="{F52BA86C-B2C0-4810-A5A5-3DE38D038760}" destId="{61B8DA96-348D-4BD7-8EA6-969C0EF60D40}" srcOrd="0" destOrd="0" presId="urn:microsoft.com/office/officeart/2018/5/layout/IconCircleLabelList"/>
    <dgm:cxn modelId="{E30743C9-4AE6-47A3-91A7-D417503FC244}" type="presParOf" srcId="{F52BA86C-B2C0-4810-A5A5-3DE38D038760}" destId="{CCF934BF-21DE-4694-9526-B07B9E8297FA}" srcOrd="1" destOrd="0" presId="urn:microsoft.com/office/officeart/2018/5/layout/IconCircleLabelList"/>
    <dgm:cxn modelId="{45C03D4B-BAFE-4BFD-AF07-1D2191807012}" type="presParOf" srcId="{F52BA86C-B2C0-4810-A5A5-3DE38D038760}" destId="{07739584-415B-4224-9000-3B051E7896D3}" srcOrd="2" destOrd="0" presId="urn:microsoft.com/office/officeart/2018/5/layout/IconCircleLabelList"/>
    <dgm:cxn modelId="{A116215F-BD64-4F1B-B812-F02C71AFEB81}" type="presParOf" srcId="{F52BA86C-B2C0-4810-A5A5-3DE38D038760}" destId="{EC8770F7-129F-427A-ADBA-E60C73EA7BEE}" srcOrd="3" destOrd="0" presId="urn:microsoft.com/office/officeart/2018/5/layout/IconCircleLabelList"/>
    <dgm:cxn modelId="{6512B3B5-DACC-4D59-B414-0FFCA78B1F65}" type="presParOf" srcId="{8FBBDF4C-D745-44F0-B1A1-B509327CCF71}" destId="{F64FBF11-344F-4593-9677-94E61820A380}" srcOrd="3" destOrd="0" presId="urn:microsoft.com/office/officeart/2018/5/layout/IconCircleLabelList"/>
    <dgm:cxn modelId="{3D9A5676-BC2C-4F5E-96AD-0F83A7C16603}" type="presParOf" srcId="{8FBBDF4C-D745-44F0-B1A1-B509327CCF71}" destId="{C44379C0-4604-4B78-97C2-575426308589}" srcOrd="4" destOrd="0" presId="urn:microsoft.com/office/officeart/2018/5/layout/IconCircleLabelList"/>
    <dgm:cxn modelId="{60332BDE-D1A7-4BE3-8A91-7BBB04B07AC3}" type="presParOf" srcId="{C44379C0-4604-4B78-97C2-575426308589}" destId="{FED660E7-9249-4B26-9CFA-A3AF7987124C}" srcOrd="0" destOrd="0" presId="urn:microsoft.com/office/officeart/2018/5/layout/IconCircleLabelList"/>
    <dgm:cxn modelId="{90216C24-4F83-4CEE-A78D-212B1507B3C4}" type="presParOf" srcId="{C44379C0-4604-4B78-97C2-575426308589}" destId="{67327CC8-9E5C-4134-B076-C1C1DC3DB661}" srcOrd="1" destOrd="0" presId="urn:microsoft.com/office/officeart/2018/5/layout/IconCircleLabelList"/>
    <dgm:cxn modelId="{C2AA0676-3482-4C3E-B39E-80F20D517F38}" type="presParOf" srcId="{C44379C0-4604-4B78-97C2-575426308589}" destId="{B9A16191-BB70-494B-899E-6E942FD60E7C}" srcOrd="2" destOrd="0" presId="urn:microsoft.com/office/officeart/2018/5/layout/IconCircleLabelList"/>
    <dgm:cxn modelId="{8C7FCFCA-6642-4264-847E-1C5D77D15713}" type="presParOf" srcId="{C44379C0-4604-4B78-97C2-575426308589}" destId="{1A0A9D28-8085-428F-B72A-984E3C96FD4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237C794-2CCB-416A-AF08-F5F4506B581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F2304DC-DC44-43A0-ABCF-1690BD2AD77F}">
      <dgm:prSet/>
      <dgm:spPr/>
      <dgm:t>
        <a:bodyPr/>
        <a:lstStyle/>
        <a:p>
          <a:r>
            <a:rPr lang="en-US"/>
            <a:t>- Leaders reverting to old habits</a:t>
          </a:r>
        </a:p>
      </dgm:t>
    </dgm:pt>
    <dgm:pt modelId="{4BC12A06-FA0A-4FB6-99B1-C0DD9F98A9BA}" type="parTrans" cxnId="{49426D43-5E92-452F-AB87-90BD93398C94}">
      <dgm:prSet/>
      <dgm:spPr/>
      <dgm:t>
        <a:bodyPr/>
        <a:lstStyle/>
        <a:p>
          <a:endParaRPr lang="en-US"/>
        </a:p>
      </dgm:t>
    </dgm:pt>
    <dgm:pt modelId="{9C4ABFD6-8729-4530-A8C7-D50649E141C3}" type="sibTrans" cxnId="{49426D43-5E92-452F-AB87-90BD93398C94}">
      <dgm:prSet/>
      <dgm:spPr/>
      <dgm:t>
        <a:bodyPr/>
        <a:lstStyle/>
        <a:p>
          <a:endParaRPr lang="en-US"/>
        </a:p>
      </dgm:t>
    </dgm:pt>
    <dgm:pt modelId="{45573557-AAFE-4D08-90F6-439CF96898AD}">
      <dgm:prSet/>
      <dgm:spPr/>
      <dgm:t>
        <a:bodyPr/>
        <a:lstStyle/>
        <a:p>
          <a:r>
            <a:rPr lang="en-US"/>
            <a:t>- Uneven policy application</a:t>
          </a:r>
        </a:p>
      </dgm:t>
    </dgm:pt>
    <dgm:pt modelId="{9EFDD334-0740-4E0E-8D03-3D4E601E25D9}" type="parTrans" cxnId="{467B7F05-1B6B-444D-8398-984A0E77D62B}">
      <dgm:prSet/>
      <dgm:spPr/>
      <dgm:t>
        <a:bodyPr/>
        <a:lstStyle/>
        <a:p>
          <a:endParaRPr lang="en-US"/>
        </a:p>
      </dgm:t>
    </dgm:pt>
    <dgm:pt modelId="{FED9D1F3-BECA-4D03-87CE-43138324ECBD}" type="sibTrans" cxnId="{467B7F05-1B6B-444D-8398-984A0E77D62B}">
      <dgm:prSet/>
      <dgm:spPr/>
      <dgm:t>
        <a:bodyPr/>
        <a:lstStyle/>
        <a:p>
          <a:endParaRPr lang="en-US"/>
        </a:p>
      </dgm:t>
    </dgm:pt>
    <dgm:pt modelId="{4C448694-9473-43D2-92CF-7D4D2F13DFA4}">
      <dgm:prSet/>
      <dgm:spPr/>
      <dgm:t>
        <a:bodyPr/>
        <a:lstStyle/>
        <a:p>
          <a:r>
            <a:rPr lang="en-US"/>
            <a:t>- Lack of training</a:t>
          </a:r>
        </a:p>
      </dgm:t>
    </dgm:pt>
    <dgm:pt modelId="{B7DAA1FB-8E4C-48EF-A76D-016C700BBA1F}" type="parTrans" cxnId="{75AFBC3D-03CA-46D6-9B4F-E9ADF2481837}">
      <dgm:prSet/>
      <dgm:spPr/>
      <dgm:t>
        <a:bodyPr/>
        <a:lstStyle/>
        <a:p>
          <a:endParaRPr lang="en-US"/>
        </a:p>
      </dgm:t>
    </dgm:pt>
    <dgm:pt modelId="{D7A1CA44-1058-46B9-B1B8-7E0EC1F45012}" type="sibTrans" cxnId="{75AFBC3D-03CA-46D6-9B4F-E9ADF2481837}">
      <dgm:prSet/>
      <dgm:spPr/>
      <dgm:t>
        <a:bodyPr/>
        <a:lstStyle/>
        <a:p>
          <a:endParaRPr lang="en-US"/>
        </a:p>
      </dgm:t>
    </dgm:pt>
    <dgm:pt modelId="{9205064A-465A-499C-9180-6DC9F9D53D77}" type="pres">
      <dgm:prSet presAssocID="{2237C794-2CCB-416A-AF08-F5F4506B581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411A428-F5B4-4523-A44A-73387EF5D92E}" type="pres">
      <dgm:prSet presAssocID="{7F2304DC-DC44-43A0-ABCF-1690BD2AD77F}" presName="hierRoot1" presStyleCnt="0"/>
      <dgm:spPr/>
    </dgm:pt>
    <dgm:pt modelId="{CBFC9ECD-DB6D-4FED-852F-535E593BA6FD}" type="pres">
      <dgm:prSet presAssocID="{7F2304DC-DC44-43A0-ABCF-1690BD2AD77F}" presName="composite" presStyleCnt="0"/>
      <dgm:spPr/>
    </dgm:pt>
    <dgm:pt modelId="{936C5E05-0D76-4969-B371-24FC07EAED48}" type="pres">
      <dgm:prSet presAssocID="{7F2304DC-DC44-43A0-ABCF-1690BD2AD77F}" presName="background" presStyleLbl="node0" presStyleIdx="0" presStyleCnt="3"/>
      <dgm:spPr/>
    </dgm:pt>
    <dgm:pt modelId="{DE74C7E7-422B-427E-B18B-6047E0F98E00}" type="pres">
      <dgm:prSet presAssocID="{7F2304DC-DC44-43A0-ABCF-1690BD2AD77F}" presName="text" presStyleLbl="fgAcc0" presStyleIdx="0" presStyleCnt="3">
        <dgm:presLayoutVars>
          <dgm:chPref val="3"/>
        </dgm:presLayoutVars>
      </dgm:prSet>
      <dgm:spPr/>
    </dgm:pt>
    <dgm:pt modelId="{72489488-4443-42F3-AF28-DAA98C4D3DD8}" type="pres">
      <dgm:prSet presAssocID="{7F2304DC-DC44-43A0-ABCF-1690BD2AD77F}" presName="hierChild2" presStyleCnt="0"/>
      <dgm:spPr/>
    </dgm:pt>
    <dgm:pt modelId="{961069C4-7B94-44AC-BCFD-B6562919AB8B}" type="pres">
      <dgm:prSet presAssocID="{45573557-AAFE-4D08-90F6-439CF96898AD}" presName="hierRoot1" presStyleCnt="0"/>
      <dgm:spPr/>
    </dgm:pt>
    <dgm:pt modelId="{92D3DD25-D33E-4970-8547-6D1B28F56F16}" type="pres">
      <dgm:prSet presAssocID="{45573557-AAFE-4D08-90F6-439CF96898AD}" presName="composite" presStyleCnt="0"/>
      <dgm:spPr/>
    </dgm:pt>
    <dgm:pt modelId="{D45F6611-A3B8-47EE-AD34-94BE4B754D79}" type="pres">
      <dgm:prSet presAssocID="{45573557-AAFE-4D08-90F6-439CF96898AD}" presName="background" presStyleLbl="node0" presStyleIdx="1" presStyleCnt="3"/>
      <dgm:spPr/>
    </dgm:pt>
    <dgm:pt modelId="{FFE49813-44B7-4A90-8856-0B7DC3B85541}" type="pres">
      <dgm:prSet presAssocID="{45573557-AAFE-4D08-90F6-439CF96898AD}" presName="text" presStyleLbl="fgAcc0" presStyleIdx="1" presStyleCnt="3">
        <dgm:presLayoutVars>
          <dgm:chPref val="3"/>
        </dgm:presLayoutVars>
      </dgm:prSet>
      <dgm:spPr/>
    </dgm:pt>
    <dgm:pt modelId="{1C22D525-8145-4E76-9630-1E7F059D8497}" type="pres">
      <dgm:prSet presAssocID="{45573557-AAFE-4D08-90F6-439CF96898AD}" presName="hierChild2" presStyleCnt="0"/>
      <dgm:spPr/>
    </dgm:pt>
    <dgm:pt modelId="{C7CA9439-06B2-4EF2-9E12-C243F5EB9350}" type="pres">
      <dgm:prSet presAssocID="{4C448694-9473-43D2-92CF-7D4D2F13DFA4}" presName="hierRoot1" presStyleCnt="0"/>
      <dgm:spPr/>
    </dgm:pt>
    <dgm:pt modelId="{C3346BDB-040B-4AFA-B97F-B87CB02826D8}" type="pres">
      <dgm:prSet presAssocID="{4C448694-9473-43D2-92CF-7D4D2F13DFA4}" presName="composite" presStyleCnt="0"/>
      <dgm:spPr/>
    </dgm:pt>
    <dgm:pt modelId="{9A64DB9C-D089-478E-B68C-A8DEBF2B8AB3}" type="pres">
      <dgm:prSet presAssocID="{4C448694-9473-43D2-92CF-7D4D2F13DFA4}" presName="background" presStyleLbl="node0" presStyleIdx="2" presStyleCnt="3"/>
      <dgm:spPr/>
    </dgm:pt>
    <dgm:pt modelId="{FA5048C3-DB63-445F-AE42-5184296B982A}" type="pres">
      <dgm:prSet presAssocID="{4C448694-9473-43D2-92CF-7D4D2F13DFA4}" presName="text" presStyleLbl="fgAcc0" presStyleIdx="2" presStyleCnt="3">
        <dgm:presLayoutVars>
          <dgm:chPref val="3"/>
        </dgm:presLayoutVars>
      </dgm:prSet>
      <dgm:spPr/>
    </dgm:pt>
    <dgm:pt modelId="{AC45A434-66F6-4028-BACD-20A1764ED494}" type="pres">
      <dgm:prSet presAssocID="{4C448694-9473-43D2-92CF-7D4D2F13DFA4}" presName="hierChild2" presStyleCnt="0"/>
      <dgm:spPr/>
    </dgm:pt>
  </dgm:ptLst>
  <dgm:cxnLst>
    <dgm:cxn modelId="{467B7F05-1B6B-444D-8398-984A0E77D62B}" srcId="{2237C794-2CCB-416A-AF08-F5F4506B581E}" destId="{45573557-AAFE-4D08-90F6-439CF96898AD}" srcOrd="1" destOrd="0" parTransId="{9EFDD334-0740-4E0E-8D03-3D4E601E25D9}" sibTransId="{FED9D1F3-BECA-4D03-87CE-43138324ECBD}"/>
    <dgm:cxn modelId="{8B6E481C-96C0-4695-BF86-07BE96F890BD}" type="presOf" srcId="{7F2304DC-DC44-43A0-ABCF-1690BD2AD77F}" destId="{DE74C7E7-422B-427E-B18B-6047E0F98E00}" srcOrd="0" destOrd="0" presId="urn:microsoft.com/office/officeart/2005/8/layout/hierarchy1"/>
    <dgm:cxn modelId="{75AFBC3D-03CA-46D6-9B4F-E9ADF2481837}" srcId="{2237C794-2CCB-416A-AF08-F5F4506B581E}" destId="{4C448694-9473-43D2-92CF-7D4D2F13DFA4}" srcOrd="2" destOrd="0" parTransId="{B7DAA1FB-8E4C-48EF-A76D-016C700BBA1F}" sibTransId="{D7A1CA44-1058-46B9-B1B8-7E0EC1F45012}"/>
    <dgm:cxn modelId="{49426D43-5E92-452F-AB87-90BD93398C94}" srcId="{2237C794-2CCB-416A-AF08-F5F4506B581E}" destId="{7F2304DC-DC44-43A0-ABCF-1690BD2AD77F}" srcOrd="0" destOrd="0" parTransId="{4BC12A06-FA0A-4FB6-99B1-C0DD9F98A9BA}" sibTransId="{9C4ABFD6-8729-4530-A8C7-D50649E141C3}"/>
    <dgm:cxn modelId="{FB47444B-FA59-4883-86CB-EB236C226FB7}" type="presOf" srcId="{2237C794-2CCB-416A-AF08-F5F4506B581E}" destId="{9205064A-465A-499C-9180-6DC9F9D53D77}" srcOrd="0" destOrd="0" presId="urn:microsoft.com/office/officeart/2005/8/layout/hierarchy1"/>
    <dgm:cxn modelId="{BBFABF4B-D953-4FFE-9E44-53A2823511C0}" type="presOf" srcId="{4C448694-9473-43D2-92CF-7D4D2F13DFA4}" destId="{FA5048C3-DB63-445F-AE42-5184296B982A}" srcOrd="0" destOrd="0" presId="urn:microsoft.com/office/officeart/2005/8/layout/hierarchy1"/>
    <dgm:cxn modelId="{C4BBB3A3-204C-4518-89BC-63EBF237D276}" type="presOf" srcId="{45573557-AAFE-4D08-90F6-439CF96898AD}" destId="{FFE49813-44B7-4A90-8856-0B7DC3B85541}" srcOrd="0" destOrd="0" presId="urn:microsoft.com/office/officeart/2005/8/layout/hierarchy1"/>
    <dgm:cxn modelId="{87F8A1DF-5AA7-4EDC-A559-48FA1B1D1D7F}" type="presParOf" srcId="{9205064A-465A-499C-9180-6DC9F9D53D77}" destId="{6411A428-F5B4-4523-A44A-73387EF5D92E}" srcOrd="0" destOrd="0" presId="urn:microsoft.com/office/officeart/2005/8/layout/hierarchy1"/>
    <dgm:cxn modelId="{2FD8B1AA-AA03-41B7-93C5-39B19F34AF52}" type="presParOf" srcId="{6411A428-F5B4-4523-A44A-73387EF5D92E}" destId="{CBFC9ECD-DB6D-4FED-852F-535E593BA6FD}" srcOrd="0" destOrd="0" presId="urn:microsoft.com/office/officeart/2005/8/layout/hierarchy1"/>
    <dgm:cxn modelId="{88BEF10F-8A18-49CF-AF15-D967D598AACA}" type="presParOf" srcId="{CBFC9ECD-DB6D-4FED-852F-535E593BA6FD}" destId="{936C5E05-0D76-4969-B371-24FC07EAED48}" srcOrd="0" destOrd="0" presId="urn:microsoft.com/office/officeart/2005/8/layout/hierarchy1"/>
    <dgm:cxn modelId="{A54BB14D-5813-479C-AC8F-231DF7131129}" type="presParOf" srcId="{CBFC9ECD-DB6D-4FED-852F-535E593BA6FD}" destId="{DE74C7E7-422B-427E-B18B-6047E0F98E00}" srcOrd="1" destOrd="0" presId="urn:microsoft.com/office/officeart/2005/8/layout/hierarchy1"/>
    <dgm:cxn modelId="{F159BB58-D44E-44E3-87E4-80120F4272AF}" type="presParOf" srcId="{6411A428-F5B4-4523-A44A-73387EF5D92E}" destId="{72489488-4443-42F3-AF28-DAA98C4D3DD8}" srcOrd="1" destOrd="0" presId="urn:microsoft.com/office/officeart/2005/8/layout/hierarchy1"/>
    <dgm:cxn modelId="{440352C9-A61B-4EC6-9A2F-2B8462B0DA01}" type="presParOf" srcId="{9205064A-465A-499C-9180-6DC9F9D53D77}" destId="{961069C4-7B94-44AC-BCFD-B6562919AB8B}" srcOrd="1" destOrd="0" presId="urn:microsoft.com/office/officeart/2005/8/layout/hierarchy1"/>
    <dgm:cxn modelId="{4EE9DBA3-6FEF-4DFE-9EE0-FCF2517D5C03}" type="presParOf" srcId="{961069C4-7B94-44AC-BCFD-B6562919AB8B}" destId="{92D3DD25-D33E-4970-8547-6D1B28F56F16}" srcOrd="0" destOrd="0" presId="urn:microsoft.com/office/officeart/2005/8/layout/hierarchy1"/>
    <dgm:cxn modelId="{A121DA25-C8A7-415C-8DCC-39484C2A0F46}" type="presParOf" srcId="{92D3DD25-D33E-4970-8547-6D1B28F56F16}" destId="{D45F6611-A3B8-47EE-AD34-94BE4B754D79}" srcOrd="0" destOrd="0" presId="urn:microsoft.com/office/officeart/2005/8/layout/hierarchy1"/>
    <dgm:cxn modelId="{0A1EF81C-D2E4-4098-92E0-FD0D3F514F62}" type="presParOf" srcId="{92D3DD25-D33E-4970-8547-6D1B28F56F16}" destId="{FFE49813-44B7-4A90-8856-0B7DC3B85541}" srcOrd="1" destOrd="0" presId="urn:microsoft.com/office/officeart/2005/8/layout/hierarchy1"/>
    <dgm:cxn modelId="{A0AD731E-B2AB-4E65-9BDB-3D8DC20CA187}" type="presParOf" srcId="{961069C4-7B94-44AC-BCFD-B6562919AB8B}" destId="{1C22D525-8145-4E76-9630-1E7F059D8497}" srcOrd="1" destOrd="0" presId="urn:microsoft.com/office/officeart/2005/8/layout/hierarchy1"/>
    <dgm:cxn modelId="{7936E7C4-DD06-403B-9050-38F55DC1B4D8}" type="presParOf" srcId="{9205064A-465A-499C-9180-6DC9F9D53D77}" destId="{C7CA9439-06B2-4EF2-9E12-C243F5EB9350}" srcOrd="2" destOrd="0" presId="urn:microsoft.com/office/officeart/2005/8/layout/hierarchy1"/>
    <dgm:cxn modelId="{431DD5F4-DD56-430C-856B-7BA186ECC3EC}" type="presParOf" srcId="{C7CA9439-06B2-4EF2-9E12-C243F5EB9350}" destId="{C3346BDB-040B-4AFA-B97F-B87CB02826D8}" srcOrd="0" destOrd="0" presId="urn:microsoft.com/office/officeart/2005/8/layout/hierarchy1"/>
    <dgm:cxn modelId="{79F10656-FAD9-4FD1-B972-11D898CCF5F3}" type="presParOf" srcId="{C3346BDB-040B-4AFA-B97F-B87CB02826D8}" destId="{9A64DB9C-D089-478E-B68C-A8DEBF2B8AB3}" srcOrd="0" destOrd="0" presId="urn:microsoft.com/office/officeart/2005/8/layout/hierarchy1"/>
    <dgm:cxn modelId="{BC38A8DA-840C-442D-9804-20EC88F79EA8}" type="presParOf" srcId="{C3346BDB-040B-4AFA-B97F-B87CB02826D8}" destId="{FA5048C3-DB63-445F-AE42-5184296B982A}" srcOrd="1" destOrd="0" presId="urn:microsoft.com/office/officeart/2005/8/layout/hierarchy1"/>
    <dgm:cxn modelId="{F3FD57B6-37B9-4597-9FA6-83542085DE53}" type="presParOf" srcId="{C7CA9439-06B2-4EF2-9E12-C243F5EB9350}" destId="{AC45A434-66F6-4028-BACD-20A1764ED49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F4CF45-E849-4E1C-B56F-CD6A8E48CE9B}">
      <dsp:nvSpPr>
        <dsp:cNvPr id="0" name=""/>
        <dsp:cNvSpPr/>
      </dsp:nvSpPr>
      <dsp:spPr>
        <a:xfrm>
          <a:off x="0" y="20380"/>
          <a:ext cx="4435656" cy="1230693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5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- Fear of punishment</a:t>
          </a:r>
        </a:p>
      </dsp:txBody>
      <dsp:txXfrm>
        <a:off x="60077" y="80457"/>
        <a:ext cx="4315502" cy="1110539"/>
      </dsp:txXfrm>
    </dsp:sp>
    <dsp:sp modelId="{10B94DCF-5FC3-4812-B869-E6A7667E4B52}">
      <dsp:nvSpPr>
        <dsp:cNvPr id="0" name=""/>
        <dsp:cNvSpPr/>
      </dsp:nvSpPr>
      <dsp:spPr>
        <a:xfrm>
          <a:off x="0" y="1346114"/>
          <a:ext cx="4435656" cy="1230693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5">
                <a:hueOff val="331055"/>
                <a:satOff val="192"/>
                <a:lumOff val="1895"/>
                <a:alphaOff val="0"/>
                <a:shade val="74000"/>
                <a:satMod val="130000"/>
                <a:lumMod val="90000"/>
              </a:schemeClr>
              <a:schemeClr val="accent5">
                <a:hueOff val="331055"/>
                <a:satOff val="192"/>
                <a:lumOff val="1895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- Past negative experiences</a:t>
          </a:r>
        </a:p>
      </dsp:txBody>
      <dsp:txXfrm>
        <a:off x="60077" y="1406191"/>
        <a:ext cx="4315502" cy="1110539"/>
      </dsp:txXfrm>
    </dsp:sp>
    <dsp:sp modelId="{174EC7AC-856B-497B-8394-62081F4C3305}">
      <dsp:nvSpPr>
        <dsp:cNvPr id="0" name=""/>
        <dsp:cNvSpPr/>
      </dsp:nvSpPr>
      <dsp:spPr>
        <a:xfrm>
          <a:off x="0" y="2671848"/>
          <a:ext cx="4435656" cy="1230693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5">
                <a:hueOff val="662110"/>
                <a:satOff val="384"/>
                <a:lumOff val="3791"/>
                <a:alphaOff val="0"/>
                <a:shade val="74000"/>
                <a:satMod val="130000"/>
                <a:lumMod val="90000"/>
              </a:schemeClr>
              <a:schemeClr val="accent5">
                <a:hueOff val="662110"/>
                <a:satOff val="384"/>
                <a:lumOff val="3791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- Unclear boundaries</a:t>
          </a:r>
        </a:p>
      </dsp:txBody>
      <dsp:txXfrm>
        <a:off x="60077" y="2731925"/>
        <a:ext cx="4315502" cy="1110539"/>
      </dsp:txXfrm>
    </dsp:sp>
    <dsp:sp modelId="{158B300D-3E4E-4B3D-9C63-E3889B8BAA76}">
      <dsp:nvSpPr>
        <dsp:cNvPr id="0" name=""/>
        <dsp:cNvSpPr/>
      </dsp:nvSpPr>
      <dsp:spPr>
        <a:xfrm>
          <a:off x="0" y="3997582"/>
          <a:ext cx="4435656" cy="1230693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5">
                <a:hueOff val="993165"/>
                <a:satOff val="576"/>
                <a:lumOff val="5686"/>
                <a:alphaOff val="0"/>
                <a:shade val="74000"/>
                <a:satMod val="130000"/>
                <a:lumMod val="90000"/>
              </a:schemeClr>
              <a:schemeClr val="accent5">
                <a:hueOff val="993165"/>
                <a:satOff val="576"/>
                <a:lumOff val="5686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- Inconsistent handling of incidents</a:t>
          </a:r>
        </a:p>
      </dsp:txBody>
      <dsp:txXfrm>
        <a:off x="60077" y="4057659"/>
        <a:ext cx="4315502" cy="11105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18ADB6-C8AA-4C1A-A588-3B572FB1D675}">
      <dsp:nvSpPr>
        <dsp:cNvPr id="0" name=""/>
        <dsp:cNvSpPr/>
      </dsp:nvSpPr>
      <dsp:spPr>
        <a:xfrm>
          <a:off x="436948" y="222441"/>
          <a:ext cx="1303875" cy="13038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3739EA-3686-499E-B61C-5319974BADA8}">
      <dsp:nvSpPr>
        <dsp:cNvPr id="0" name=""/>
        <dsp:cNvSpPr/>
      </dsp:nvSpPr>
      <dsp:spPr>
        <a:xfrm>
          <a:off x="714823" y="500316"/>
          <a:ext cx="748125" cy="748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51D3A5-1DF2-4825-8454-EE0D4E1D84B1}">
      <dsp:nvSpPr>
        <dsp:cNvPr id="0" name=""/>
        <dsp:cNvSpPr/>
      </dsp:nvSpPr>
      <dsp:spPr>
        <a:xfrm>
          <a:off x="20135" y="19324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- Shame or embarrassment</a:t>
          </a:r>
        </a:p>
      </dsp:txBody>
      <dsp:txXfrm>
        <a:off x="20135" y="1932441"/>
        <a:ext cx="2137500" cy="720000"/>
      </dsp:txXfrm>
    </dsp:sp>
    <dsp:sp modelId="{61B8DA96-348D-4BD7-8EA6-969C0EF60D40}">
      <dsp:nvSpPr>
        <dsp:cNvPr id="0" name=""/>
        <dsp:cNvSpPr/>
      </dsp:nvSpPr>
      <dsp:spPr>
        <a:xfrm>
          <a:off x="2948510" y="222441"/>
          <a:ext cx="1303875" cy="13038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F934BF-21DE-4694-9526-B07B9E8297FA}">
      <dsp:nvSpPr>
        <dsp:cNvPr id="0" name=""/>
        <dsp:cNvSpPr/>
      </dsp:nvSpPr>
      <dsp:spPr>
        <a:xfrm>
          <a:off x="3226385" y="500316"/>
          <a:ext cx="748125" cy="748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8770F7-129F-427A-ADBA-E60C73EA7BEE}">
      <dsp:nvSpPr>
        <dsp:cNvPr id="0" name=""/>
        <dsp:cNvSpPr/>
      </dsp:nvSpPr>
      <dsp:spPr>
        <a:xfrm>
          <a:off x="2531698" y="19324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- Hierarchies blocking honesty</a:t>
          </a:r>
        </a:p>
      </dsp:txBody>
      <dsp:txXfrm>
        <a:off x="2531698" y="1932441"/>
        <a:ext cx="2137500" cy="720000"/>
      </dsp:txXfrm>
    </dsp:sp>
    <dsp:sp modelId="{FED660E7-9249-4B26-9CFA-A3AF7987124C}">
      <dsp:nvSpPr>
        <dsp:cNvPr id="0" name=""/>
        <dsp:cNvSpPr/>
      </dsp:nvSpPr>
      <dsp:spPr>
        <a:xfrm>
          <a:off x="5460073" y="222441"/>
          <a:ext cx="1303875" cy="13038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327CC8-9E5C-4134-B076-C1C1DC3DB661}">
      <dsp:nvSpPr>
        <dsp:cNvPr id="0" name=""/>
        <dsp:cNvSpPr/>
      </dsp:nvSpPr>
      <dsp:spPr>
        <a:xfrm>
          <a:off x="5737948" y="500316"/>
          <a:ext cx="748125" cy="748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0A9D28-8085-428F-B72A-984E3C96FD42}">
      <dsp:nvSpPr>
        <dsp:cNvPr id="0" name=""/>
        <dsp:cNvSpPr/>
      </dsp:nvSpPr>
      <dsp:spPr>
        <a:xfrm>
          <a:off x="5043260" y="19324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- Misunderstood expectations</a:t>
          </a:r>
        </a:p>
      </dsp:txBody>
      <dsp:txXfrm>
        <a:off x="5043260" y="1932441"/>
        <a:ext cx="21375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6C5E05-0D76-4969-B371-24FC07EAED48}">
      <dsp:nvSpPr>
        <dsp:cNvPr id="0" name=""/>
        <dsp:cNvSpPr/>
      </dsp:nvSpPr>
      <dsp:spPr>
        <a:xfrm>
          <a:off x="0" y="687535"/>
          <a:ext cx="2025252" cy="12860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74C7E7-422B-427E-B18B-6047E0F98E00}">
      <dsp:nvSpPr>
        <dsp:cNvPr id="0" name=""/>
        <dsp:cNvSpPr/>
      </dsp:nvSpPr>
      <dsp:spPr>
        <a:xfrm>
          <a:off x="225028" y="901312"/>
          <a:ext cx="2025252" cy="12860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Leaders reverting to old habits</a:t>
          </a:r>
        </a:p>
      </dsp:txBody>
      <dsp:txXfrm>
        <a:off x="262695" y="938979"/>
        <a:ext cx="1949918" cy="1210701"/>
      </dsp:txXfrm>
    </dsp:sp>
    <dsp:sp modelId="{D45F6611-A3B8-47EE-AD34-94BE4B754D79}">
      <dsp:nvSpPr>
        <dsp:cNvPr id="0" name=""/>
        <dsp:cNvSpPr/>
      </dsp:nvSpPr>
      <dsp:spPr>
        <a:xfrm>
          <a:off x="2475308" y="687535"/>
          <a:ext cx="2025252" cy="12860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E49813-44B7-4A90-8856-0B7DC3B85541}">
      <dsp:nvSpPr>
        <dsp:cNvPr id="0" name=""/>
        <dsp:cNvSpPr/>
      </dsp:nvSpPr>
      <dsp:spPr>
        <a:xfrm>
          <a:off x="2700336" y="901312"/>
          <a:ext cx="2025252" cy="12860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Uneven policy application</a:t>
          </a:r>
        </a:p>
      </dsp:txBody>
      <dsp:txXfrm>
        <a:off x="2738003" y="938979"/>
        <a:ext cx="1949918" cy="1210701"/>
      </dsp:txXfrm>
    </dsp:sp>
    <dsp:sp modelId="{9A64DB9C-D089-478E-B68C-A8DEBF2B8AB3}">
      <dsp:nvSpPr>
        <dsp:cNvPr id="0" name=""/>
        <dsp:cNvSpPr/>
      </dsp:nvSpPr>
      <dsp:spPr>
        <a:xfrm>
          <a:off x="4950616" y="687535"/>
          <a:ext cx="2025252" cy="12860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5048C3-DB63-445F-AE42-5184296B982A}">
      <dsp:nvSpPr>
        <dsp:cNvPr id="0" name=""/>
        <dsp:cNvSpPr/>
      </dsp:nvSpPr>
      <dsp:spPr>
        <a:xfrm>
          <a:off x="5175644" y="901312"/>
          <a:ext cx="2025252" cy="12860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Lack of training</a:t>
          </a:r>
        </a:p>
      </dsp:txBody>
      <dsp:txXfrm>
        <a:off x="5213311" y="938979"/>
        <a:ext cx="1949918" cy="12107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32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10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6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526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6925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7051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83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305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275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272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8986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581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27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0650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68213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794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147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517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9298" y="1871131"/>
            <a:ext cx="5111752" cy="151553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>
                <a:solidFill>
                  <a:srgbClr val="C8A000"/>
                </a:solidFill>
              </a:defRPr>
            </a:pPr>
            <a:r>
              <a:t>Establishing a Just, Learning Culture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9298" y="3471336"/>
            <a:ext cx="5111752" cy="1823039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007800"/>
                </a:solidFill>
              </a:defRPr>
            </a:pPr>
            <a:r>
              <a:rPr dirty="0"/>
              <a:t>Barriers to Implementing a Just Culture</a:t>
            </a:r>
          </a:p>
          <a:p>
            <a:pPr>
              <a:defRPr>
                <a:solidFill>
                  <a:srgbClr val="007800"/>
                </a:solidFill>
              </a:defRPr>
            </a:pPr>
            <a:r>
              <a:rPr dirty="0"/>
              <a:t>Crystal</a:t>
            </a:r>
            <a:r>
              <a:rPr lang="en-US" dirty="0"/>
              <a:t> Long</a:t>
            </a:r>
          </a:p>
          <a:p>
            <a:pPr>
              <a:defRPr>
                <a:solidFill>
                  <a:srgbClr val="007800"/>
                </a:solidFill>
              </a:defRPr>
            </a:pPr>
            <a:r>
              <a:rPr lang="en-US" dirty="0"/>
              <a:t>CSD-380</a:t>
            </a:r>
          </a:p>
          <a:p>
            <a:pPr>
              <a:defRPr>
                <a:solidFill>
                  <a:srgbClr val="007800"/>
                </a:solidFill>
              </a:defRPr>
            </a:pPr>
            <a:r>
              <a:rPr lang="en-US"/>
              <a:t>Module 9.2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081" y="954756"/>
            <a:ext cx="2047810" cy="4946003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C8A000"/>
                </a:solidFill>
              </a:defRPr>
            </a:pPr>
            <a:r>
              <a:rPr lang="en-US">
                <a:solidFill>
                  <a:srgbClr val="FFFFFF"/>
                </a:solidFill>
              </a:rPr>
              <a:t>What Is a Just Culture?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5700" y="469900"/>
            <a:ext cx="4465223" cy="5405968"/>
          </a:xfrm>
        </p:spPr>
        <p:txBody>
          <a:bodyPr anchor="ctr">
            <a:normAutofit/>
          </a:bodyPr>
          <a:lstStyle/>
          <a:p>
            <a:pPr>
              <a:defRPr>
                <a:solidFill>
                  <a:srgbClr val="007800"/>
                </a:solidFill>
              </a:defRPr>
            </a:pPr>
            <a:r>
              <a:t>A just culture encourages transparent reporting of errors and focuses on learning rather than punishment.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081" y="954756"/>
            <a:ext cx="2047810" cy="4946003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C8A000"/>
                </a:solidFill>
              </a:defRPr>
            </a:pPr>
            <a:r>
              <a:rPr lang="en-US" sz="3400">
                <a:solidFill>
                  <a:srgbClr val="FFFFFF"/>
                </a:solidFill>
              </a:rPr>
              <a:t>Why It's Hard to Implement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2770" y="469900"/>
            <a:ext cx="4465222" cy="5405968"/>
          </a:xfrm>
        </p:spPr>
        <p:txBody>
          <a:bodyPr anchor="ctr">
            <a:normAutofit/>
          </a:bodyPr>
          <a:lstStyle/>
          <a:p>
            <a:pPr>
              <a:defRPr>
                <a:solidFill>
                  <a:srgbClr val="007800"/>
                </a:solidFill>
              </a:defRPr>
            </a:pPr>
            <a:r>
              <a:rPr lang="en-US">
                <a:solidFill>
                  <a:schemeClr val="bg1"/>
                </a:solidFill>
              </a:rPr>
              <a:t>Organizations struggle to shift from blame-focused reactions due to habits, fears, and unclear processes.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699" y="1055077"/>
            <a:ext cx="1899682" cy="4794578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C8A000"/>
                </a:solidFill>
              </a:defRPr>
            </a:pPr>
            <a:r>
              <a:rPr lang="en-US">
                <a:solidFill>
                  <a:srgbClr val="262626"/>
                </a:solidFill>
              </a:rPr>
              <a:t>Barrier 1: Lack of Trust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285CA2-8874-C9B9-2BBD-6F981D9C71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019763"/>
              </p:ext>
            </p:extLst>
          </p:nvPr>
        </p:nvGraphicFramePr>
        <p:xfrm>
          <a:off x="4102554" y="804670"/>
          <a:ext cx="4435656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>
                <a:solidFill>
                  <a:srgbClr val="C8A000"/>
                </a:solidFill>
              </a:defRPr>
            </a:pPr>
            <a:r>
              <a:rPr lang="en-US">
                <a:solidFill>
                  <a:srgbClr val="262626"/>
                </a:solidFill>
              </a:rPr>
              <a:t>Barrier 2: Communication &amp; Emotional Factors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DD225D-B1A1-8B09-7C2E-CC660544D9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9083520"/>
              </p:ext>
            </p:extLst>
          </p:nvPr>
        </p:nvGraphicFramePr>
        <p:xfrm>
          <a:off x="971550" y="2772384"/>
          <a:ext cx="7200897" cy="2874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C8A000"/>
                </a:solidFill>
              </a:defRPr>
            </a:pPr>
            <a:r>
              <a:rPr lang="en-US">
                <a:solidFill>
                  <a:srgbClr val="262626"/>
                </a:solidFill>
              </a:rPr>
              <a:t>Barrier 3: Leadership &amp; Structure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9B7F48-BB09-D106-4362-6804861A0E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1018386"/>
              </p:ext>
            </p:extLst>
          </p:nvPr>
        </p:nvGraphicFramePr>
        <p:xfrm>
          <a:off x="971550" y="2772384"/>
          <a:ext cx="7200897" cy="2874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C8A000"/>
                </a:solidFill>
              </a:defRPr>
            </a:pPr>
            <a:r>
              <a:rPr dirty="0"/>
              <a:t>Barrier Wall </a:t>
            </a:r>
          </a:p>
        </p:txBody>
      </p:sp>
      <p:sp>
        <p:nvSpPr>
          <p:cNvPr id="3" name="Rectangle 2"/>
          <p:cNvSpPr/>
          <p:nvPr/>
        </p:nvSpPr>
        <p:spPr>
          <a:xfrm>
            <a:off x="1033272" y="3527732"/>
            <a:ext cx="1828800" cy="731520"/>
          </a:xfrm>
          <a:prstGeom prst="rect">
            <a:avLst/>
          </a:prstGeom>
          <a:solidFill>
            <a:srgbClr val="C80000"/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007800"/>
                </a:solidFill>
              </a:defRPr>
            </a:pPr>
            <a:r>
              <a:rPr dirty="0">
                <a:solidFill>
                  <a:srgbClr val="92D050"/>
                </a:solidFill>
              </a:rPr>
              <a:t>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3442716" y="3527732"/>
            <a:ext cx="1828800" cy="731520"/>
          </a:xfrm>
          <a:prstGeom prst="rect">
            <a:avLst/>
          </a:prstGeom>
          <a:solidFill>
            <a:srgbClr val="009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007800"/>
                </a:solidFill>
              </a:defRPr>
            </a:pPr>
            <a:r>
              <a:rPr dirty="0">
                <a:solidFill>
                  <a:srgbClr val="C00000"/>
                </a:solidFill>
              </a:rPr>
              <a:t>Communication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0" y="3527732"/>
            <a:ext cx="1828800" cy="731520"/>
          </a:xfrm>
          <a:prstGeom prst="rect">
            <a:avLst/>
          </a:prstGeom>
          <a:solidFill>
            <a:srgbClr val="C8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007800"/>
                </a:solidFill>
              </a:defRPr>
            </a:pPr>
            <a:r>
              <a:rPr dirty="0">
                <a:solidFill>
                  <a:srgbClr val="92D050"/>
                </a:solidFill>
              </a:rPr>
              <a:t>Leadership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" y="5303520"/>
            <a:ext cx="1828800" cy="731520"/>
          </a:xfrm>
          <a:prstGeom prst="rect">
            <a:avLst/>
          </a:prstGeom>
          <a:solidFill>
            <a:srgbClr val="009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007800"/>
                </a:solidFill>
              </a:defRPr>
            </a:pPr>
            <a:r>
              <a:rPr dirty="0">
                <a:solidFill>
                  <a:srgbClr val="C00000"/>
                </a:solidFill>
              </a:rPr>
              <a:t>Emotions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42716" y="5303520"/>
            <a:ext cx="1828800" cy="731520"/>
          </a:xfrm>
          <a:prstGeom prst="rect">
            <a:avLst/>
          </a:prstGeom>
          <a:solidFill>
            <a:srgbClr val="C8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007800"/>
                </a:solidFill>
              </a:defRPr>
            </a:pPr>
            <a:r>
              <a:rPr dirty="0">
                <a:solidFill>
                  <a:srgbClr val="92D050"/>
                </a:solidFill>
              </a:rPr>
              <a:t>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575D7A7-3C36-4508-9BC6-70A93BD3C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2700" y="0"/>
            <a:ext cx="9173369" cy="6856214"/>
            <a:chOff x="-16934" y="0"/>
            <a:chExt cx="12231160" cy="685621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C964A0D-06B7-4C16-AC9F-20ADDA805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703F5C-55DF-45CD-BC3F-3BE8F1033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8C7134F-70F9-4826-A97E-9B39AEA08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9351E73-B6DD-4B56-8EE9-C16B5711C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E446D0E-6531-40B7-A182-FB8602439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019299" y="3522131"/>
            <a:ext cx="51117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2C7FDF9-C2A1-45C5-A49B-8B1CA2A3C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5"/>
            <a:stretch/>
          </a:blipFill>
          <a:ln w="15875" cap="flat" cmpd="sng" algn="ctr">
            <a:solidFill>
              <a:srgbClr val="AB946B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D8988FF-4B5F-49A9-BB7F-B49C1610F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9298" y="1871131"/>
            <a:ext cx="5111752" cy="1515533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defRPr>
                <a:solidFill>
                  <a:srgbClr val="C8A000"/>
                </a:solidFill>
              </a:defRPr>
            </a:pPr>
            <a:r>
              <a:rPr lang="en-US" sz="5000"/>
              <a:t>Why These Barriers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9298" y="3657597"/>
            <a:ext cx="5111752" cy="13208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  <a:defRPr>
                <a:solidFill>
                  <a:srgbClr val="007800"/>
                </a:solidFill>
              </a:defRPr>
            </a:pPr>
            <a:r>
              <a:rPr lang="en-US" sz="2100">
                <a:solidFill>
                  <a:schemeClr val="tx1"/>
                </a:solidFill>
              </a:rPr>
              <a:t>Unaddressed barriers keep organizations stuck in blame cycles and prevent meaningful learning.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E580401-353D-4D90-9CA7-316BFD718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019299" y="3522131"/>
            <a:ext cx="51117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B7C4858-FAA3-4226-A856-193A01910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C1B503-0291-4E82-A65E-72D604D9F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997" y="469900"/>
            <a:ext cx="2771251" cy="5918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F836C5-9601-4982-A121-CCA49BF7B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51" y="635508"/>
            <a:ext cx="2523744" cy="5586984"/>
          </a:xfrm>
          <a:prstGeom prst="rect">
            <a:avLst/>
          </a:prstGeom>
          <a:noFill/>
          <a:ln w="15875" cap="flat">
            <a:solidFill>
              <a:schemeClr val="bg2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081" y="954756"/>
            <a:ext cx="2047810" cy="4946003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C8A000"/>
                </a:solidFill>
              </a:defRPr>
            </a:pPr>
            <a:r>
              <a:rPr lang="en-US" sz="340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CD0D05-FF47-4ABB-841C-0600CADC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722" y="0"/>
            <a:ext cx="5653278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2770" y="469900"/>
            <a:ext cx="4465222" cy="5405968"/>
          </a:xfrm>
        </p:spPr>
        <p:txBody>
          <a:bodyPr anchor="ctr">
            <a:normAutofit/>
          </a:bodyPr>
          <a:lstStyle/>
          <a:p>
            <a:pPr>
              <a:defRPr>
                <a:solidFill>
                  <a:srgbClr val="007800"/>
                </a:solidFill>
              </a:defRPr>
            </a:pPr>
            <a:r>
              <a:rPr lang="en-US" sz="1800" b="1" dirty="0"/>
              <a:t>van Baarle, E., van Mierlo, T., van de Voort, A., Hesselink, G., &amp; Wollersheim, H. (2022).</a:t>
            </a:r>
            <a:br>
              <a:rPr lang="en-US" dirty="0"/>
            </a:br>
            <a:r>
              <a:rPr lang="en-US" sz="1800" i="1" dirty="0"/>
              <a:t>Fostering a just culture in healthcare organizations: Experiences in practice</a:t>
            </a:r>
            <a:r>
              <a:rPr lang="en-US" i="1" dirty="0"/>
              <a:t>.</a:t>
            </a:r>
            <a:r>
              <a:rPr lang="en-US" dirty="0"/>
              <a:t> </a:t>
            </a:r>
            <a:r>
              <a:rPr lang="en-US" sz="1800" b="1" dirty="0"/>
              <a:t>BMC Health Services Research, 22</a:t>
            </a:r>
            <a:r>
              <a:rPr lang="en-US" sz="1800" dirty="0"/>
              <a:t>, 975</a:t>
            </a:r>
          </a:p>
          <a:p>
            <a:pPr>
              <a:defRPr>
                <a:solidFill>
                  <a:srgbClr val="007800"/>
                </a:solidFill>
              </a:defRPr>
            </a:pPr>
            <a:r>
              <a:rPr lang="en-US" sz="1800" b="1" dirty="0"/>
              <a:t>van Marum, R. J., Verhoeven, F., &amp; de Rooy, D. (2022).</a:t>
            </a:r>
            <a:br>
              <a:rPr lang="en-US" sz="1800" dirty="0"/>
            </a:br>
            <a:r>
              <a:rPr lang="en-US" sz="1800" i="1" dirty="0"/>
              <a:t>The barriers and enhancers to trust in a just culture in hospital settings: A systematic review.</a:t>
            </a:r>
            <a:r>
              <a:rPr lang="en-US" sz="1800" dirty="0"/>
              <a:t> </a:t>
            </a:r>
            <a:r>
              <a:rPr lang="en-US" sz="1800" b="1" dirty="0"/>
              <a:t>BMC Health Services Research, 22</a:t>
            </a:r>
            <a:r>
              <a:rPr lang="en-US" sz="1800" dirty="0"/>
              <a:t>, 675</a:t>
            </a:r>
            <a:endParaRPr lang="nl-NL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</TotalTime>
  <Words>242</Words>
  <Application>Microsoft Office PowerPoint</Application>
  <PresentationFormat>On-screen Show (4:3)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Garamond</vt:lpstr>
      <vt:lpstr>Organic</vt:lpstr>
      <vt:lpstr>Establishing a Just, Learning Culture</vt:lpstr>
      <vt:lpstr>What Is a Just Culture?</vt:lpstr>
      <vt:lpstr>Why It's Hard to Implement</vt:lpstr>
      <vt:lpstr>Barrier 1: Lack of Trust</vt:lpstr>
      <vt:lpstr>Barrier 2: Communication &amp; Emotional Factors</vt:lpstr>
      <vt:lpstr>Barrier 3: Leadership &amp; Structure</vt:lpstr>
      <vt:lpstr>Barrier Wall </vt:lpstr>
      <vt:lpstr>Why These Barriers Matter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Crystal Long</dc:creator>
  <cp:keywords/>
  <dc:description>generated using python-pptx</dc:description>
  <cp:lastModifiedBy>Crystal Long</cp:lastModifiedBy>
  <cp:revision>2</cp:revision>
  <dcterms:created xsi:type="dcterms:W3CDTF">2013-01-27T09:14:16Z</dcterms:created>
  <dcterms:modified xsi:type="dcterms:W3CDTF">2025-12-08T02:42:16Z</dcterms:modified>
  <cp:category/>
</cp:coreProperties>
</file>