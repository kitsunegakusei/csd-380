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0EC8D-D8EE-4A7A-805C-E2A5DA00E51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A63A8C-1DEB-416F-B8E6-0E709CC52AF0}">
      <dgm:prSet/>
      <dgm:spPr/>
      <dgm:t>
        <a:bodyPr/>
        <a:lstStyle/>
        <a:p>
          <a:r>
            <a:rPr lang="en-US"/>
            <a:t>Structured scheduling where engineers rotate on-call responsibilities</a:t>
          </a:r>
        </a:p>
      </dgm:t>
    </dgm:pt>
    <dgm:pt modelId="{3553AF9A-4D70-4407-8764-5AFB21525F61}" type="parTrans" cxnId="{CC22CE93-32A5-420B-A838-B12CDE6C6F4B}">
      <dgm:prSet/>
      <dgm:spPr/>
      <dgm:t>
        <a:bodyPr/>
        <a:lstStyle/>
        <a:p>
          <a:endParaRPr lang="en-US"/>
        </a:p>
      </dgm:t>
    </dgm:pt>
    <dgm:pt modelId="{3060650F-392E-4CD4-910A-685AEE60B98F}" type="sibTrans" cxnId="{CC22CE93-32A5-420B-A838-B12CDE6C6F4B}">
      <dgm:prSet/>
      <dgm:spPr/>
      <dgm:t>
        <a:bodyPr/>
        <a:lstStyle/>
        <a:p>
          <a:endParaRPr lang="en-US"/>
        </a:p>
      </dgm:t>
    </dgm:pt>
    <dgm:pt modelId="{4F5BB25C-AAEE-4687-9DDD-092C8EED9A8D}">
      <dgm:prSet/>
      <dgm:spPr/>
      <dgm:t>
        <a:bodyPr/>
        <a:lstStyle/>
        <a:p>
          <a:r>
            <a:rPr lang="en-US"/>
            <a:t>Ensures coverage for production incidents at all times</a:t>
          </a:r>
        </a:p>
      </dgm:t>
    </dgm:pt>
    <dgm:pt modelId="{F1E0B145-3900-400F-B08B-4F070768E744}" type="parTrans" cxnId="{1EBBB4B5-CE51-4C4C-97BE-98105377C100}">
      <dgm:prSet/>
      <dgm:spPr/>
      <dgm:t>
        <a:bodyPr/>
        <a:lstStyle/>
        <a:p>
          <a:endParaRPr lang="en-US"/>
        </a:p>
      </dgm:t>
    </dgm:pt>
    <dgm:pt modelId="{E18D24E2-C36D-45ED-87A8-11C7B36C02F8}" type="sibTrans" cxnId="{1EBBB4B5-CE51-4C4C-97BE-98105377C100}">
      <dgm:prSet/>
      <dgm:spPr/>
      <dgm:t>
        <a:bodyPr/>
        <a:lstStyle/>
        <a:p>
          <a:endParaRPr lang="en-US"/>
        </a:p>
      </dgm:t>
    </dgm:pt>
    <dgm:pt modelId="{F33DBFD7-D0DF-4B9B-B363-B4F44E9B8809}">
      <dgm:prSet/>
      <dgm:spPr/>
      <dgm:t>
        <a:bodyPr/>
        <a:lstStyle/>
        <a:p>
          <a:r>
            <a:rPr lang="en-US"/>
            <a:t>Dedicated responders for outages and service failures</a:t>
          </a:r>
        </a:p>
      </dgm:t>
    </dgm:pt>
    <dgm:pt modelId="{016D79A1-5532-452F-9CDA-0C60E9AB28E1}" type="parTrans" cxnId="{95D3F8F8-D622-4E32-9495-E3EAAD675788}">
      <dgm:prSet/>
      <dgm:spPr/>
      <dgm:t>
        <a:bodyPr/>
        <a:lstStyle/>
        <a:p>
          <a:endParaRPr lang="en-US"/>
        </a:p>
      </dgm:t>
    </dgm:pt>
    <dgm:pt modelId="{135E969B-0D9D-413E-B08D-890FC07B00E1}" type="sibTrans" cxnId="{95D3F8F8-D622-4E32-9495-E3EAAD675788}">
      <dgm:prSet/>
      <dgm:spPr/>
      <dgm:t>
        <a:bodyPr/>
        <a:lstStyle/>
        <a:p>
          <a:endParaRPr lang="en-US"/>
        </a:p>
      </dgm:t>
    </dgm:pt>
    <dgm:pt modelId="{104766ED-3CCA-4655-BE48-D9112715A52B}">
      <dgm:prSet/>
      <dgm:spPr/>
      <dgm:t>
        <a:bodyPr/>
        <a:lstStyle/>
        <a:p>
          <a:r>
            <a:rPr lang="en-US"/>
            <a:t>Supports DevOps principles of ownership and reliability</a:t>
          </a:r>
        </a:p>
      </dgm:t>
    </dgm:pt>
    <dgm:pt modelId="{5754EF0B-78CE-4808-B887-02B6664B62C6}" type="parTrans" cxnId="{8F29FE4C-4A1A-490C-B447-2A3D84BD8485}">
      <dgm:prSet/>
      <dgm:spPr/>
      <dgm:t>
        <a:bodyPr/>
        <a:lstStyle/>
        <a:p>
          <a:endParaRPr lang="en-US"/>
        </a:p>
      </dgm:t>
    </dgm:pt>
    <dgm:pt modelId="{EDB00ADD-2026-42FF-92D5-245C0040F426}" type="sibTrans" cxnId="{8F29FE4C-4A1A-490C-B447-2A3D84BD8485}">
      <dgm:prSet/>
      <dgm:spPr/>
      <dgm:t>
        <a:bodyPr/>
        <a:lstStyle/>
        <a:p>
          <a:endParaRPr lang="en-US"/>
        </a:p>
      </dgm:t>
    </dgm:pt>
    <dgm:pt modelId="{42A175EF-198F-4045-80EC-3180779A0592}">
      <dgm:prSet/>
      <dgm:spPr/>
      <dgm:t>
        <a:bodyPr/>
        <a:lstStyle/>
        <a:p>
          <a:r>
            <a:rPr lang="en-US"/>
            <a:t>Includes preparation, response, and post-incident tasks</a:t>
          </a:r>
        </a:p>
      </dgm:t>
    </dgm:pt>
    <dgm:pt modelId="{04923C69-4377-4F43-9BF0-A4C9A6F04707}" type="parTrans" cxnId="{1B3F3023-EF32-4637-86DE-6D40ADB29BC8}">
      <dgm:prSet/>
      <dgm:spPr/>
      <dgm:t>
        <a:bodyPr/>
        <a:lstStyle/>
        <a:p>
          <a:endParaRPr lang="en-US"/>
        </a:p>
      </dgm:t>
    </dgm:pt>
    <dgm:pt modelId="{631754B1-D049-4843-A836-ED32520DEEFB}" type="sibTrans" cxnId="{1B3F3023-EF32-4637-86DE-6D40ADB29BC8}">
      <dgm:prSet/>
      <dgm:spPr/>
      <dgm:t>
        <a:bodyPr/>
        <a:lstStyle/>
        <a:p>
          <a:endParaRPr lang="en-US"/>
        </a:p>
      </dgm:t>
    </dgm:pt>
    <dgm:pt modelId="{883531CD-E712-46C4-8009-CCC17A8D5C60}" type="pres">
      <dgm:prSet presAssocID="{CB80EC8D-D8EE-4A7A-805C-E2A5DA00E51F}" presName="linear" presStyleCnt="0">
        <dgm:presLayoutVars>
          <dgm:animLvl val="lvl"/>
          <dgm:resizeHandles val="exact"/>
        </dgm:presLayoutVars>
      </dgm:prSet>
      <dgm:spPr/>
    </dgm:pt>
    <dgm:pt modelId="{1336BDBD-D730-49BC-901C-2A510B04AB57}" type="pres">
      <dgm:prSet presAssocID="{95A63A8C-1DEB-416F-B8E6-0E709CC52AF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B102370-B6FC-4DCA-9A23-A4A5B0340781}" type="pres">
      <dgm:prSet presAssocID="{3060650F-392E-4CD4-910A-685AEE60B98F}" presName="spacer" presStyleCnt="0"/>
      <dgm:spPr/>
    </dgm:pt>
    <dgm:pt modelId="{FC5A53F1-6323-44AF-8F56-356E7D6E14E4}" type="pres">
      <dgm:prSet presAssocID="{4F5BB25C-AAEE-4687-9DDD-092C8EED9A8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2369536-873B-49E9-9FCE-BB2893323D76}" type="pres">
      <dgm:prSet presAssocID="{E18D24E2-C36D-45ED-87A8-11C7B36C02F8}" presName="spacer" presStyleCnt="0"/>
      <dgm:spPr/>
    </dgm:pt>
    <dgm:pt modelId="{EF330CA2-697B-4C4B-8A21-CD26096B36CC}" type="pres">
      <dgm:prSet presAssocID="{F33DBFD7-D0DF-4B9B-B363-B4F44E9B88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3A91CB9-E393-4DD5-9936-F49E4CB1E73D}" type="pres">
      <dgm:prSet presAssocID="{135E969B-0D9D-413E-B08D-890FC07B00E1}" presName="spacer" presStyleCnt="0"/>
      <dgm:spPr/>
    </dgm:pt>
    <dgm:pt modelId="{E7C2D949-C24D-475B-AB39-D6EF6C4A9C8A}" type="pres">
      <dgm:prSet presAssocID="{104766ED-3CCA-4655-BE48-D9112715A52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D68D29-A799-4E7C-9001-CA094D035387}" type="pres">
      <dgm:prSet presAssocID="{EDB00ADD-2026-42FF-92D5-245C0040F426}" presName="spacer" presStyleCnt="0"/>
      <dgm:spPr/>
    </dgm:pt>
    <dgm:pt modelId="{9637BD7B-23EB-4115-AD61-F05DDD2DC6F8}" type="pres">
      <dgm:prSet presAssocID="{42A175EF-198F-4045-80EC-3180779A059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DFEC60C-70DF-4571-A034-68C4BA1363A8}" type="presOf" srcId="{CB80EC8D-D8EE-4A7A-805C-E2A5DA00E51F}" destId="{883531CD-E712-46C4-8009-CCC17A8D5C60}" srcOrd="0" destOrd="0" presId="urn:microsoft.com/office/officeart/2005/8/layout/vList2"/>
    <dgm:cxn modelId="{47FD4A11-42F7-41F1-AC33-F859CE9A2D42}" type="presOf" srcId="{42A175EF-198F-4045-80EC-3180779A0592}" destId="{9637BD7B-23EB-4115-AD61-F05DDD2DC6F8}" srcOrd="0" destOrd="0" presId="urn:microsoft.com/office/officeart/2005/8/layout/vList2"/>
    <dgm:cxn modelId="{91E07E18-0F32-41B3-B8E3-FDD87804601D}" type="presOf" srcId="{104766ED-3CCA-4655-BE48-D9112715A52B}" destId="{E7C2D949-C24D-475B-AB39-D6EF6C4A9C8A}" srcOrd="0" destOrd="0" presId="urn:microsoft.com/office/officeart/2005/8/layout/vList2"/>
    <dgm:cxn modelId="{F21E2920-2DD1-4913-BCF7-B69453FB37ED}" type="presOf" srcId="{4F5BB25C-AAEE-4687-9DDD-092C8EED9A8D}" destId="{FC5A53F1-6323-44AF-8F56-356E7D6E14E4}" srcOrd="0" destOrd="0" presId="urn:microsoft.com/office/officeart/2005/8/layout/vList2"/>
    <dgm:cxn modelId="{1B3F3023-EF32-4637-86DE-6D40ADB29BC8}" srcId="{CB80EC8D-D8EE-4A7A-805C-E2A5DA00E51F}" destId="{42A175EF-198F-4045-80EC-3180779A0592}" srcOrd="4" destOrd="0" parTransId="{04923C69-4377-4F43-9BF0-A4C9A6F04707}" sibTransId="{631754B1-D049-4843-A836-ED32520DEEFB}"/>
    <dgm:cxn modelId="{7FB4504B-6E73-488D-B97B-16ED982BEEA3}" type="presOf" srcId="{95A63A8C-1DEB-416F-B8E6-0E709CC52AF0}" destId="{1336BDBD-D730-49BC-901C-2A510B04AB57}" srcOrd="0" destOrd="0" presId="urn:microsoft.com/office/officeart/2005/8/layout/vList2"/>
    <dgm:cxn modelId="{8F29FE4C-4A1A-490C-B447-2A3D84BD8485}" srcId="{CB80EC8D-D8EE-4A7A-805C-E2A5DA00E51F}" destId="{104766ED-3CCA-4655-BE48-D9112715A52B}" srcOrd="3" destOrd="0" parTransId="{5754EF0B-78CE-4808-B887-02B6664B62C6}" sibTransId="{EDB00ADD-2026-42FF-92D5-245C0040F426}"/>
    <dgm:cxn modelId="{CC22CE93-32A5-420B-A838-B12CDE6C6F4B}" srcId="{CB80EC8D-D8EE-4A7A-805C-E2A5DA00E51F}" destId="{95A63A8C-1DEB-416F-B8E6-0E709CC52AF0}" srcOrd="0" destOrd="0" parTransId="{3553AF9A-4D70-4407-8764-5AFB21525F61}" sibTransId="{3060650F-392E-4CD4-910A-685AEE60B98F}"/>
    <dgm:cxn modelId="{1EBBB4B5-CE51-4C4C-97BE-98105377C100}" srcId="{CB80EC8D-D8EE-4A7A-805C-E2A5DA00E51F}" destId="{4F5BB25C-AAEE-4687-9DDD-092C8EED9A8D}" srcOrd="1" destOrd="0" parTransId="{F1E0B145-3900-400F-B08B-4F070768E744}" sibTransId="{E18D24E2-C36D-45ED-87A8-11C7B36C02F8}"/>
    <dgm:cxn modelId="{B8B43AE9-BD69-4BC9-B3BE-BCBA513936A4}" type="presOf" srcId="{F33DBFD7-D0DF-4B9B-B363-B4F44E9B8809}" destId="{EF330CA2-697B-4C4B-8A21-CD26096B36CC}" srcOrd="0" destOrd="0" presId="urn:microsoft.com/office/officeart/2005/8/layout/vList2"/>
    <dgm:cxn modelId="{95D3F8F8-D622-4E32-9495-E3EAAD675788}" srcId="{CB80EC8D-D8EE-4A7A-805C-E2A5DA00E51F}" destId="{F33DBFD7-D0DF-4B9B-B363-B4F44E9B8809}" srcOrd="2" destOrd="0" parTransId="{016D79A1-5532-452F-9CDA-0C60E9AB28E1}" sibTransId="{135E969B-0D9D-413E-B08D-890FC07B00E1}"/>
    <dgm:cxn modelId="{56D88E2F-FB30-472C-B07D-BD9B3DA6A94A}" type="presParOf" srcId="{883531CD-E712-46C4-8009-CCC17A8D5C60}" destId="{1336BDBD-D730-49BC-901C-2A510B04AB57}" srcOrd="0" destOrd="0" presId="urn:microsoft.com/office/officeart/2005/8/layout/vList2"/>
    <dgm:cxn modelId="{8381923F-872B-48AC-A7E0-9DAF61659B19}" type="presParOf" srcId="{883531CD-E712-46C4-8009-CCC17A8D5C60}" destId="{3B102370-B6FC-4DCA-9A23-A4A5B0340781}" srcOrd="1" destOrd="0" presId="urn:microsoft.com/office/officeart/2005/8/layout/vList2"/>
    <dgm:cxn modelId="{D8F60B92-041B-428A-938D-955D556864B4}" type="presParOf" srcId="{883531CD-E712-46C4-8009-CCC17A8D5C60}" destId="{FC5A53F1-6323-44AF-8F56-356E7D6E14E4}" srcOrd="2" destOrd="0" presId="urn:microsoft.com/office/officeart/2005/8/layout/vList2"/>
    <dgm:cxn modelId="{201E4999-99C4-4BE8-A382-3EBE2DB981EE}" type="presParOf" srcId="{883531CD-E712-46C4-8009-CCC17A8D5C60}" destId="{12369536-873B-49E9-9FCE-BB2893323D76}" srcOrd="3" destOrd="0" presId="urn:microsoft.com/office/officeart/2005/8/layout/vList2"/>
    <dgm:cxn modelId="{7DBAC433-5E78-4285-8EF9-A04CF36AA11C}" type="presParOf" srcId="{883531CD-E712-46C4-8009-CCC17A8D5C60}" destId="{EF330CA2-697B-4C4B-8A21-CD26096B36CC}" srcOrd="4" destOrd="0" presId="urn:microsoft.com/office/officeart/2005/8/layout/vList2"/>
    <dgm:cxn modelId="{C86953E6-3A2C-4685-92F2-2EBF726FF2A6}" type="presParOf" srcId="{883531CD-E712-46C4-8009-CCC17A8D5C60}" destId="{C3A91CB9-E393-4DD5-9936-F49E4CB1E73D}" srcOrd="5" destOrd="0" presId="urn:microsoft.com/office/officeart/2005/8/layout/vList2"/>
    <dgm:cxn modelId="{133CCBEB-24DD-4D07-91E5-D8D9C103CF28}" type="presParOf" srcId="{883531CD-E712-46C4-8009-CCC17A8D5C60}" destId="{E7C2D949-C24D-475B-AB39-D6EF6C4A9C8A}" srcOrd="6" destOrd="0" presId="urn:microsoft.com/office/officeart/2005/8/layout/vList2"/>
    <dgm:cxn modelId="{FCD0C61A-25B7-43FE-9380-9B067CAFC53E}" type="presParOf" srcId="{883531CD-E712-46C4-8009-CCC17A8D5C60}" destId="{C6D68D29-A799-4E7C-9001-CA094D035387}" srcOrd="7" destOrd="0" presId="urn:microsoft.com/office/officeart/2005/8/layout/vList2"/>
    <dgm:cxn modelId="{C13A1FE5-DEB8-44A9-A408-E14C255AE9EE}" type="presParOf" srcId="{883531CD-E712-46C4-8009-CCC17A8D5C60}" destId="{9637BD7B-23EB-4115-AD61-F05DDD2DC6F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C29719-20D7-4E48-815F-7D2CC7EC925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96ADC8-730A-46EF-B4EB-854FD65A853D}">
      <dgm:prSet/>
      <dgm:spPr/>
      <dgm:t>
        <a:bodyPr/>
        <a:lstStyle/>
        <a:p>
          <a:r>
            <a:rPr lang="en-US"/>
            <a:t>Enables fast incident response and reduced downtime</a:t>
          </a:r>
        </a:p>
      </dgm:t>
    </dgm:pt>
    <dgm:pt modelId="{261B0875-DFD1-4338-BF2E-DD1F55516BC0}" type="parTrans" cxnId="{1EBF4CE3-C1A5-4005-9044-B5DABC9B0D89}">
      <dgm:prSet/>
      <dgm:spPr/>
      <dgm:t>
        <a:bodyPr/>
        <a:lstStyle/>
        <a:p>
          <a:endParaRPr lang="en-US"/>
        </a:p>
      </dgm:t>
    </dgm:pt>
    <dgm:pt modelId="{00275635-74E3-47CE-9273-835BF269D16B}" type="sibTrans" cxnId="{1EBF4CE3-C1A5-4005-9044-B5DABC9B0D89}">
      <dgm:prSet/>
      <dgm:spPr/>
      <dgm:t>
        <a:bodyPr/>
        <a:lstStyle/>
        <a:p>
          <a:endParaRPr lang="en-US"/>
        </a:p>
      </dgm:t>
    </dgm:pt>
    <dgm:pt modelId="{AD82FDF8-2299-4363-BB25-6678E8DAC43F}">
      <dgm:prSet/>
      <dgm:spPr/>
      <dgm:t>
        <a:bodyPr/>
        <a:lstStyle/>
        <a:p>
          <a:r>
            <a:rPr lang="en-US"/>
            <a:t>Helps teams meet SLA and reliability targets</a:t>
          </a:r>
        </a:p>
      </dgm:t>
    </dgm:pt>
    <dgm:pt modelId="{DBAC3A8E-9D7F-40B6-9944-536B2A07CBFE}" type="parTrans" cxnId="{E8B425A5-7AC3-4010-8A92-F242A5D5209D}">
      <dgm:prSet/>
      <dgm:spPr/>
      <dgm:t>
        <a:bodyPr/>
        <a:lstStyle/>
        <a:p>
          <a:endParaRPr lang="en-US"/>
        </a:p>
      </dgm:t>
    </dgm:pt>
    <dgm:pt modelId="{24B665BA-ED88-4516-BED5-0C5AAFC64278}" type="sibTrans" cxnId="{E8B425A5-7AC3-4010-8A92-F242A5D5209D}">
      <dgm:prSet/>
      <dgm:spPr/>
      <dgm:t>
        <a:bodyPr/>
        <a:lstStyle/>
        <a:p>
          <a:endParaRPr lang="en-US"/>
        </a:p>
      </dgm:t>
    </dgm:pt>
    <dgm:pt modelId="{7D5D522A-A7B9-46D7-AA36-88A491A4396D}">
      <dgm:prSet/>
      <dgm:spPr/>
      <dgm:t>
        <a:bodyPr/>
        <a:lstStyle/>
        <a:p>
          <a:r>
            <a:rPr lang="en-US"/>
            <a:t>Builds accountability and service ownership</a:t>
          </a:r>
        </a:p>
      </dgm:t>
    </dgm:pt>
    <dgm:pt modelId="{70A91EB7-12A7-49F0-8A97-60E8684631F5}" type="parTrans" cxnId="{FB8E7D6E-7246-4FB2-B5FB-9FCB5ED5BF2E}">
      <dgm:prSet/>
      <dgm:spPr/>
      <dgm:t>
        <a:bodyPr/>
        <a:lstStyle/>
        <a:p>
          <a:endParaRPr lang="en-US"/>
        </a:p>
      </dgm:t>
    </dgm:pt>
    <dgm:pt modelId="{A1762AEF-83B2-4532-BBB0-84FD9BDBBFC0}" type="sibTrans" cxnId="{FB8E7D6E-7246-4FB2-B5FB-9FCB5ED5BF2E}">
      <dgm:prSet/>
      <dgm:spPr/>
      <dgm:t>
        <a:bodyPr/>
        <a:lstStyle/>
        <a:p>
          <a:endParaRPr lang="en-US"/>
        </a:p>
      </dgm:t>
    </dgm:pt>
    <dgm:pt modelId="{599341C1-F579-4DA3-AD99-29D51C66C22D}">
      <dgm:prSet/>
      <dgm:spPr/>
      <dgm:t>
        <a:bodyPr/>
        <a:lstStyle/>
        <a:p>
          <a:r>
            <a:rPr lang="en-US"/>
            <a:t>Improves code quality through shared responsibility</a:t>
          </a:r>
        </a:p>
      </dgm:t>
    </dgm:pt>
    <dgm:pt modelId="{0210AEFF-85AF-4255-A4A0-9A370CEC210F}" type="parTrans" cxnId="{727C0BD4-3851-4829-AA9D-44693EB438F7}">
      <dgm:prSet/>
      <dgm:spPr/>
      <dgm:t>
        <a:bodyPr/>
        <a:lstStyle/>
        <a:p>
          <a:endParaRPr lang="en-US"/>
        </a:p>
      </dgm:t>
    </dgm:pt>
    <dgm:pt modelId="{5EB57228-DD89-42E8-BE83-BD7EC232A452}" type="sibTrans" cxnId="{727C0BD4-3851-4829-AA9D-44693EB438F7}">
      <dgm:prSet/>
      <dgm:spPr/>
      <dgm:t>
        <a:bodyPr/>
        <a:lstStyle/>
        <a:p>
          <a:endParaRPr lang="en-US"/>
        </a:p>
      </dgm:t>
    </dgm:pt>
    <dgm:pt modelId="{EB6B6889-3676-4CDC-9707-CE807F18C36E}">
      <dgm:prSet/>
      <dgm:spPr/>
      <dgm:t>
        <a:bodyPr/>
        <a:lstStyle/>
        <a:p>
          <a:r>
            <a:rPr lang="en-US"/>
            <a:t>Supports continuous delivery and monitoring alignment</a:t>
          </a:r>
        </a:p>
      </dgm:t>
    </dgm:pt>
    <dgm:pt modelId="{4189A645-4326-4A38-A1D4-C4A6A2C366BD}" type="parTrans" cxnId="{6FF48005-FEB8-4A05-AEA4-9C5AF3DAD190}">
      <dgm:prSet/>
      <dgm:spPr/>
      <dgm:t>
        <a:bodyPr/>
        <a:lstStyle/>
        <a:p>
          <a:endParaRPr lang="en-US"/>
        </a:p>
      </dgm:t>
    </dgm:pt>
    <dgm:pt modelId="{41823F64-A6CC-4F96-B040-5732F9B3A2E4}" type="sibTrans" cxnId="{6FF48005-FEB8-4A05-AEA4-9C5AF3DAD190}">
      <dgm:prSet/>
      <dgm:spPr/>
      <dgm:t>
        <a:bodyPr/>
        <a:lstStyle/>
        <a:p>
          <a:endParaRPr lang="en-US"/>
        </a:p>
      </dgm:t>
    </dgm:pt>
    <dgm:pt modelId="{391ADF3F-0606-453B-ABA6-46805BE24B19}" type="pres">
      <dgm:prSet presAssocID="{6CC29719-20D7-4E48-815F-7D2CC7EC9258}" presName="linear" presStyleCnt="0">
        <dgm:presLayoutVars>
          <dgm:dir/>
          <dgm:animLvl val="lvl"/>
          <dgm:resizeHandles val="exact"/>
        </dgm:presLayoutVars>
      </dgm:prSet>
      <dgm:spPr/>
    </dgm:pt>
    <dgm:pt modelId="{44E043C4-15F0-4A62-8C8A-398A0EEDB526}" type="pres">
      <dgm:prSet presAssocID="{FB96ADC8-730A-46EF-B4EB-854FD65A853D}" presName="parentLin" presStyleCnt="0"/>
      <dgm:spPr/>
    </dgm:pt>
    <dgm:pt modelId="{12735CC9-4378-48D1-A7E4-E0BF888538A3}" type="pres">
      <dgm:prSet presAssocID="{FB96ADC8-730A-46EF-B4EB-854FD65A853D}" presName="parentLeftMargin" presStyleLbl="node1" presStyleIdx="0" presStyleCnt="5"/>
      <dgm:spPr/>
    </dgm:pt>
    <dgm:pt modelId="{54672F3B-C736-4227-AC40-FA52387FA7F9}" type="pres">
      <dgm:prSet presAssocID="{FB96ADC8-730A-46EF-B4EB-854FD65A853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36508D-EB52-449C-9FA4-496BCB79354C}" type="pres">
      <dgm:prSet presAssocID="{FB96ADC8-730A-46EF-B4EB-854FD65A853D}" presName="negativeSpace" presStyleCnt="0"/>
      <dgm:spPr/>
    </dgm:pt>
    <dgm:pt modelId="{A56A5CEB-2800-4E45-9B44-F29638FB6DC2}" type="pres">
      <dgm:prSet presAssocID="{FB96ADC8-730A-46EF-B4EB-854FD65A853D}" presName="childText" presStyleLbl="conFgAcc1" presStyleIdx="0" presStyleCnt="5">
        <dgm:presLayoutVars>
          <dgm:bulletEnabled val="1"/>
        </dgm:presLayoutVars>
      </dgm:prSet>
      <dgm:spPr/>
    </dgm:pt>
    <dgm:pt modelId="{B586FC43-66B2-4D43-9B59-83FA3B6F0791}" type="pres">
      <dgm:prSet presAssocID="{00275635-74E3-47CE-9273-835BF269D16B}" presName="spaceBetweenRectangles" presStyleCnt="0"/>
      <dgm:spPr/>
    </dgm:pt>
    <dgm:pt modelId="{AFEB124E-AAC0-4785-9C54-371E343FD7E6}" type="pres">
      <dgm:prSet presAssocID="{AD82FDF8-2299-4363-BB25-6678E8DAC43F}" presName="parentLin" presStyleCnt="0"/>
      <dgm:spPr/>
    </dgm:pt>
    <dgm:pt modelId="{008CA474-C22A-4997-A86F-27D138B38544}" type="pres">
      <dgm:prSet presAssocID="{AD82FDF8-2299-4363-BB25-6678E8DAC43F}" presName="parentLeftMargin" presStyleLbl="node1" presStyleIdx="0" presStyleCnt="5"/>
      <dgm:spPr/>
    </dgm:pt>
    <dgm:pt modelId="{042510B3-4E4A-4981-BCF5-260A43DF6BD5}" type="pres">
      <dgm:prSet presAssocID="{AD82FDF8-2299-4363-BB25-6678E8DAC43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6525D07-797F-4D84-8F00-5A2AC90354BA}" type="pres">
      <dgm:prSet presAssocID="{AD82FDF8-2299-4363-BB25-6678E8DAC43F}" presName="negativeSpace" presStyleCnt="0"/>
      <dgm:spPr/>
    </dgm:pt>
    <dgm:pt modelId="{D256DFC9-BD0F-4FEE-90C6-9C157D659EEE}" type="pres">
      <dgm:prSet presAssocID="{AD82FDF8-2299-4363-BB25-6678E8DAC43F}" presName="childText" presStyleLbl="conFgAcc1" presStyleIdx="1" presStyleCnt="5">
        <dgm:presLayoutVars>
          <dgm:bulletEnabled val="1"/>
        </dgm:presLayoutVars>
      </dgm:prSet>
      <dgm:spPr/>
    </dgm:pt>
    <dgm:pt modelId="{5BA45407-425E-4F71-9F00-8147F0A7C0C6}" type="pres">
      <dgm:prSet presAssocID="{24B665BA-ED88-4516-BED5-0C5AAFC64278}" presName="spaceBetweenRectangles" presStyleCnt="0"/>
      <dgm:spPr/>
    </dgm:pt>
    <dgm:pt modelId="{9958CEB3-E82E-4BED-A702-A61D3CEDCB1C}" type="pres">
      <dgm:prSet presAssocID="{7D5D522A-A7B9-46D7-AA36-88A491A4396D}" presName="parentLin" presStyleCnt="0"/>
      <dgm:spPr/>
    </dgm:pt>
    <dgm:pt modelId="{EE89A7BC-FA2D-4103-ADB2-33F14FF5199A}" type="pres">
      <dgm:prSet presAssocID="{7D5D522A-A7B9-46D7-AA36-88A491A4396D}" presName="parentLeftMargin" presStyleLbl="node1" presStyleIdx="1" presStyleCnt="5"/>
      <dgm:spPr/>
    </dgm:pt>
    <dgm:pt modelId="{4A152BCA-8EC5-4E3C-AAFE-FB29328CC148}" type="pres">
      <dgm:prSet presAssocID="{7D5D522A-A7B9-46D7-AA36-88A491A4396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655624E-FE5E-428E-BD80-8FE58DF34363}" type="pres">
      <dgm:prSet presAssocID="{7D5D522A-A7B9-46D7-AA36-88A491A4396D}" presName="negativeSpace" presStyleCnt="0"/>
      <dgm:spPr/>
    </dgm:pt>
    <dgm:pt modelId="{AA579FAF-D2F1-4CB8-A5CD-4435C2F0DEE7}" type="pres">
      <dgm:prSet presAssocID="{7D5D522A-A7B9-46D7-AA36-88A491A4396D}" presName="childText" presStyleLbl="conFgAcc1" presStyleIdx="2" presStyleCnt="5">
        <dgm:presLayoutVars>
          <dgm:bulletEnabled val="1"/>
        </dgm:presLayoutVars>
      </dgm:prSet>
      <dgm:spPr/>
    </dgm:pt>
    <dgm:pt modelId="{D4C02026-0D84-4921-AD86-2FC7EB036B4B}" type="pres">
      <dgm:prSet presAssocID="{A1762AEF-83B2-4532-BBB0-84FD9BDBBFC0}" presName="spaceBetweenRectangles" presStyleCnt="0"/>
      <dgm:spPr/>
    </dgm:pt>
    <dgm:pt modelId="{6D32749C-3B6F-452B-8A06-74C7CE43333F}" type="pres">
      <dgm:prSet presAssocID="{599341C1-F579-4DA3-AD99-29D51C66C22D}" presName="parentLin" presStyleCnt="0"/>
      <dgm:spPr/>
    </dgm:pt>
    <dgm:pt modelId="{9AA93FE3-7799-4D4B-802B-732CBB435685}" type="pres">
      <dgm:prSet presAssocID="{599341C1-F579-4DA3-AD99-29D51C66C22D}" presName="parentLeftMargin" presStyleLbl="node1" presStyleIdx="2" presStyleCnt="5"/>
      <dgm:spPr/>
    </dgm:pt>
    <dgm:pt modelId="{85BEDCD0-04D3-46C7-95E8-F3F729F76C0E}" type="pres">
      <dgm:prSet presAssocID="{599341C1-F579-4DA3-AD99-29D51C66C2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8BE4690-B290-44ED-A8F0-E5040A9A473F}" type="pres">
      <dgm:prSet presAssocID="{599341C1-F579-4DA3-AD99-29D51C66C22D}" presName="negativeSpace" presStyleCnt="0"/>
      <dgm:spPr/>
    </dgm:pt>
    <dgm:pt modelId="{24E234CE-0960-46F9-8BDF-13A8D0F2EA0B}" type="pres">
      <dgm:prSet presAssocID="{599341C1-F579-4DA3-AD99-29D51C66C22D}" presName="childText" presStyleLbl="conFgAcc1" presStyleIdx="3" presStyleCnt="5">
        <dgm:presLayoutVars>
          <dgm:bulletEnabled val="1"/>
        </dgm:presLayoutVars>
      </dgm:prSet>
      <dgm:spPr/>
    </dgm:pt>
    <dgm:pt modelId="{D1079887-70E4-459B-BC40-7D7D6A082511}" type="pres">
      <dgm:prSet presAssocID="{5EB57228-DD89-42E8-BE83-BD7EC232A452}" presName="spaceBetweenRectangles" presStyleCnt="0"/>
      <dgm:spPr/>
    </dgm:pt>
    <dgm:pt modelId="{61B5A065-9DD4-4E9D-A961-DEA539C432AE}" type="pres">
      <dgm:prSet presAssocID="{EB6B6889-3676-4CDC-9707-CE807F18C36E}" presName="parentLin" presStyleCnt="0"/>
      <dgm:spPr/>
    </dgm:pt>
    <dgm:pt modelId="{69B305DA-1DC0-48AD-88AA-C77989922CA5}" type="pres">
      <dgm:prSet presAssocID="{EB6B6889-3676-4CDC-9707-CE807F18C36E}" presName="parentLeftMargin" presStyleLbl="node1" presStyleIdx="3" presStyleCnt="5"/>
      <dgm:spPr/>
    </dgm:pt>
    <dgm:pt modelId="{350E91EC-A1C6-4615-9FE6-843FE5E0A178}" type="pres">
      <dgm:prSet presAssocID="{EB6B6889-3676-4CDC-9707-CE807F18C36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E82E78D-0C68-4371-AB8F-6F3100BE9CD0}" type="pres">
      <dgm:prSet presAssocID="{EB6B6889-3676-4CDC-9707-CE807F18C36E}" presName="negativeSpace" presStyleCnt="0"/>
      <dgm:spPr/>
    </dgm:pt>
    <dgm:pt modelId="{3F28E08B-42D1-49D4-934D-04EB70A214B7}" type="pres">
      <dgm:prSet presAssocID="{EB6B6889-3676-4CDC-9707-CE807F18C36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AD40705-51D1-4410-A009-88F0187E56CA}" type="presOf" srcId="{599341C1-F579-4DA3-AD99-29D51C66C22D}" destId="{9AA93FE3-7799-4D4B-802B-732CBB435685}" srcOrd="0" destOrd="0" presId="urn:microsoft.com/office/officeart/2005/8/layout/list1"/>
    <dgm:cxn modelId="{6FF48005-FEB8-4A05-AEA4-9C5AF3DAD190}" srcId="{6CC29719-20D7-4E48-815F-7D2CC7EC9258}" destId="{EB6B6889-3676-4CDC-9707-CE807F18C36E}" srcOrd="4" destOrd="0" parTransId="{4189A645-4326-4A38-A1D4-C4A6A2C366BD}" sibTransId="{41823F64-A6CC-4F96-B040-5732F9B3A2E4}"/>
    <dgm:cxn modelId="{F6F81E1F-C22F-433B-AEC3-0F39658FFCDE}" type="presOf" srcId="{EB6B6889-3676-4CDC-9707-CE807F18C36E}" destId="{350E91EC-A1C6-4615-9FE6-843FE5E0A178}" srcOrd="1" destOrd="0" presId="urn:microsoft.com/office/officeart/2005/8/layout/list1"/>
    <dgm:cxn modelId="{5C34DA2F-139A-4891-9219-A94B9968FEA1}" type="presOf" srcId="{EB6B6889-3676-4CDC-9707-CE807F18C36E}" destId="{69B305DA-1DC0-48AD-88AA-C77989922CA5}" srcOrd="0" destOrd="0" presId="urn:microsoft.com/office/officeart/2005/8/layout/list1"/>
    <dgm:cxn modelId="{5AD02835-47F9-45D3-91F2-40DA0109FDE0}" type="presOf" srcId="{FB96ADC8-730A-46EF-B4EB-854FD65A853D}" destId="{12735CC9-4378-48D1-A7E4-E0BF888538A3}" srcOrd="0" destOrd="0" presId="urn:microsoft.com/office/officeart/2005/8/layout/list1"/>
    <dgm:cxn modelId="{FB8E7D6E-7246-4FB2-B5FB-9FCB5ED5BF2E}" srcId="{6CC29719-20D7-4E48-815F-7D2CC7EC9258}" destId="{7D5D522A-A7B9-46D7-AA36-88A491A4396D}" srcOrd="2" destOrd="0" parTransId="{70A91EB7-12A7-49F0-8A97-60E8684631F5}" sibTransId="{A1762AEF-83B2-4532-BBB0-84FD9BDBBFC0}"/>
    <dgm:cxn modelId="{FE93177A-AC90-4A60-B9AA-DF0F061BAAB0}" type="presOf" srcId="{599341C1-F579-4DA3-AD99-29D51C66C22D}" destId="{85BEDCD0-04D3-46C7-95E8-F3F729F76C0E}" srcOrd="1" destOrd="0" presId="urn:microsoft.com/office/officeart/2005/8/layout/list1"/>
    <dgm:cxn modelId="{1883DF7E-3D8B-47F2-9607-83F54127F265}" type="presOf" srcId="{AD82FDF8-2299-4363-BB25-6678E8DAC43F}" destId="{042510B3-4E4A-4981-BCF5-260A43DF6BD5}" srcOrd="1" destOrd="0" presId="urn:microsoft.com/office/officeart/2005/8/layout/list1"/>
    <dgm:cxn modelId="{C66F8492-5A46-472C-8FE5-4A1BEE723B17}" type="presOf" srcId="{FB96ADC8-730A-46EF-B4EB-854FD65A853D}" destId="{54672F3B-C736-4227-AC40-FA52387FA7F9}" srcOrd="1" destOrd="0" presId="urn:microsoft.com/office/officeart/2005/8/layout/list1"/>
    <dgm:cxn modelId="{0CB522A3-8E3B-477A-9FFC-6421BEEF21FE}" type="presOf" srcId="{7D5D522A-A7B9-46D7-AA36-88A491A4396D}" destId="{4A152BCA-8EC5-4E3C-AAFE-FB29328CC148}" srcOrd="1" destOrd="0" presId="urn:microsoft.com/office/officeart/2005/8/layout/list1"/>
    <dgm:cxn modelId="{E8B425A5-7AC3-4010-8A92-F242A5D5209D}" srcId="{6CC29719-20D7-4E48-815F-7D2CC7EC9258}" destId="{AD82FDF8-2299-4363-BB25-6678E8DAC43F}" srcOrd="1" destOrd="0" parTransId="{DBAC3A8E-9D7F-40B6-9944-536B2A07CBFE}" sibTransId="{24B665BA-ED88-4516-BED5-0C5AAFC64278}"/>
    <dgm:cxn modelId="{E897B0CE-483C-4D4C-9DF2-CE132E3BD573}" type="presOf" srcId="{7D5D522A-A7B9-46D7-AA36-88A491A4396D}" destId="{EE89A7BC-FA2D-4103-ADB2-33F14FF5199A}" srcOrd="0" destOrd="0" presId="urn:microsoft.com/office/officeart/2005/8/layout/list1"/>
    <dgm:cxn modelId="{727C0BD4-3851-4829-AA9D-44693EB438F7}" srcId="{6CC29719-20D7-4E48-815F-7D2CC7EC9258}" destId="{599341C1-F579-4DA3-AD99-29D51C66C22D}" srcOrd="3" destOrd="0" parTransId="{0210AEFF-85AF-4255-A4A0-9A370CEC210F}" sibTransId="{5EB57228-DD89-42E8-BE83-BD7EC232A452}"/>
    <dgm:cxn modelId="{7B4FB3D6-8F6E-4D0E-A5C1-079B17243940}" type="presOf" srcId="{AD82FDF8-2299-4363-BB25-6678E8DAC43F}" destId="{008CA474-C22A-4997-A86F-27D138B38544}" srcOrd="0" destOrd="0" presId="urn:microsoft.com/office/officeart/2005/8/layout/list1"/>
    <dgm:cxn modelId="{1EBF4CE3-C1A5-4005-9044-B5DABC9B0D89}" srcId="{6CC29719-20D7-4E48-815F-7D2CC7EC9258}" destId="{FB96ADC8-730A-46EF-B4EB-854FD65A853D}" srcOrd="0" destOrd="0" parTransId="{261B0875-DFD1-4338-BF2E-DD1F55516BC0}" sibTransId="{00275635-74E3-47CE-9273-835BF269D16B}"/>
    <dgm:cxn modelId="{B12C98F7-D0BB-42D0-9D4E-7C178CA56470}" type="presOf" srcId="{6CC29719-20D7-4E48-815F-7D2CC7EC9258}" destId="{391ADF3F-0606-453B-ABA6-46805BE24B19}" srcOrd="0" destOrd="0" presId="urn:microsoft.com/office/officeart/2005/8/layout/list1"/>
    <dgm:cxn modelId="{0E440476-68C1-4C8E-944B-A5CF391F7B7F}" type="presParOf" srcId="{391ADF3F-0606-453B-ABA6-46805BE24B19}" destId="{44E043C4-15F0-4A62-8C8A-398A0EEDB526}" srcOrd="0" destOrd="0" presId="urn:microsoft.com/office/officeart/2005/8/layout/list1"/>
    <dgm:cxn modelId="{0A79DC05-2D62-4BBD-ABEC-F890C54C3537}" type="presParOf" srcId="{44E043C4-15F0-4A62-8C8A-398A0EEDB526}" destId="{12735CC9-4378-48D1-A7E4-E0BF888538A3}" srcOrd="0" destOrd="0" presId="urn:microsoft.com/office/officeart/2005/8/layout/list1"/>
    <dgm:cxn modelId="{D7AB465C-EF29-49A7-BC5D-403D5977BA33}" type="presParOf" srcId="{44E043C4-15F0-4A62-8C8A-398A0EEDB526}" destId="{54672F3B-C736-4227-AC40-FA52387FA7F9}" srcOrd="1" destOrd="0" presId="urn:microsoft.com/office/officeart/2005/8/layout/list1"/>
    <dgm:cxn modelId="{9303EF6D-E12B-4941-8CF7-9B8051775C4D}" type="presParOf" srcId="{391ADF3F-0606-453B-ABA6-46805BE24B19}" destId="{7036508D-EB52-449C-9FA4-496BCB79354C}" srcOrd="1" destOrd="0" presId="urn:microsoft.com/office/officeart/2005/8/layout/list1"/>
    <dgm:cxn modelId="{4A4CF74F-2B94-4DC4-A94A-2F3EC2EBB1C2}" type="presParOf" srcId="{391ADF3F-0606-453B-ABA6-46805BE24B19}" destId="{A56A5CEB-2800-4E45-9B44-F29638FB6DC2}" srcOrd="2" destOrd="0" presId="urn:microsoft.com/office/officeart/2005/8/layout/list1"/>
    <dgm:cxn modelId="{D1FB4B69-772F-4608-AEE2-36AA7D33E842}" type="presParOf" srcId="{391ADF3F-0606-453B-ABA6-46805BE24B19}" destId="{B586FC43-66B2-4D43-9B59-83FA3B6F0791}" srcOrd="3" destOrd="0" presId="urn:microsoft.com/office/officeart/2005/8/layout/list1"/>
    <dgm:cxn modelId="{476B590E-1CD3-4D29-82FF-DA73EA053D37}" type="presParOf" srcId="{391ADF3F-0606-453B-ABA6-46805BE24B19}" destId="{AFEB124E-AAC0-4785-9C54-371E343FD7E6}" srcOrd="4" destOrd="0" presId="urn:microsoft.com/office/officeart/2005/8/layout/list1"/>
    <dgm:cxn modelId="{DCB6EBD3-FA0C-4046-97EF-AE506747D6AE}" type="presParOf" srcId="{AFEB124E-AAC0-4785-9C54-371E343FD7E6}" destId="{008CA474-C22A-4997-A86F-27D138B38544}" srcOrd="0" destOrd="0" presId="urn:microsoft.com/office/officeart/2005/8/layout/list1"/>
    <dgm:cxn modelId="{30339640-2220-42EF-BC8F-2A786CC534E9}" type="presParOf" srcId="{AFEB124E-AAC0-4785-9C54-371E343FD7E6}" destId="{042510B3-4E4A-4981-BCF5-260A43DF6BD5}" srcOrd="1" destOrd="0" presId="urn:microsoft.com/office/officeart/2005/8/layout/list1"/>
    <dgm:cxn modelId="{571B5BF8-EF81-43F9-8D75-5AA4B5B00221}" type="presParOf" srcId="{391ADF3F-0606-453B-ABA6-46805BE24B19}" destId="{66525D07-797F-4D84-8F00-5A2AC90354BA}" srcOrd="5" destOrd="0" presId="urn:microsoft.com/office/officeart/2005/8/layout/list1"/>
    <dgm:cxn modelId="{8C2E253E-71BA-4598-9C0B-60558B16EC74}" type="presParOf" srcId="{391ADF3F-0606-453B-ABA6-46805BE24B19}" destId="{D256DFC9-BD0F-4FEE-90C6-9C157D659EEE}" srcOrd="6" destOrd="0" presId="urn:microsoft.com/office/officeart/2005/8/layout/list1"/>
    <dgm:cxn modelId="{C2EC85E3-A891-4397-ADC4-8705836D4D5D}" type="presParOf" srcId="{391ADF3F-0606-453B-ABA6-46805BE24B19}" destId="{5BA45407-425E-4F71-9F00-8147F0A7C0C6}" srcOrd="7" destOrd="0" presId="urn:microsoft.com/office/officeart/2005/8/layout/list1"/>
    <dgm:cxn modelId="{0F2E3094-E6AF-4130-B6C8-F9F63C66804B}" type="presParOf" srcId="{391ADF3F-0606-453B-ABA6-46805BE24B19}" destId="{9958CEB3-E82E-4BED-A702-A61D3CEDCB1C}" srcOrd="8" destOrd="0" presId="urn:microsoft.com/office/officeart/2005/8/layout/list1"/>
    <dgm:cxn modelId="{3A17086B-84EE-4A27-846E-A79882E77F07}" type="presParOf" srcId="{9958CEB3-E82E-4BED-A702-A61D3CEDCB1C}" destId="{EE89A7BC-FA2D-4103-ADB2-33F14FF5199A}" srcOrd="0" destOrd="0" presId="urn:microsoft.com/office/officeart/2005/8/layout/list1"/>
    <dgm:cxn modelId="{F8300BDC-6449-42DE-BC36-893D3F14B360}" type="presParOf" srcId="{9958CEB3-E82E-4BED-A702-A61D3CEDCB1C}" destId="{4A152BCA-8EC5-4E3C-AAFE-FB29328CC148}" srcOrd="1" destOrd="0" presId="urn:microsoft.com/office/officeart/2005/8/layout/list1"/>
    <dgm:cxn modelId="{14AF7FFE-58C2-468C-AA2E-9D6983A1CDE3}" type="presParOf" srcId="{391ADF3F-0606-453B-ABA6-46805BE24B19}" destId="{1655624E-FE5E-428E-BD80-8FE58DF34363}" srcOrd="9" destOrd="0" presId="urn:microsoft.com/office/officeart/2005/8/layout/list1"/>
    <dgm:cxn modelId="{87CF6D58-07D7-4E78-B966-18DB9C5BF41E}" type="presParOf" srcId="{391ADF3F-0606-453B-ABA6-46805BE24B19}" destId="{AA579FAF-D2F1-4CB8-A5CD-4435C2F0DEE7}" srcOrd="10" destOrd="0" presId="urn:microsoft.com/office/officeart/2005/8/layout/list1"/>
    <dgm:cxn modelId="{ED98C0D8-6C91-423F-AE2F-976FA64E7D72}" type="presParOf" srcId="{391ADF3F-0606-453B-ABA6-46805BE24B19}" destId="{D4C02026-0D84-4921-AD86-2FC7EB036B4B}" srcOrd="11" destOrd="0" presId="urn:microsoft.com/office/officeart/2005/8/layout/list1"/>
    <dgm:cxn modelId="{1A51117D-1B05-4BA0-9DE6-14B04CAA312F}" type="presParOf" srcId="{391ADF3F-0606-453B-ABA6-46805BE24B19}" destId="{6D32749C-3B6F-452B-8A06-74C7CE43333F}" srcOrd="12" destOrd="0" presId="urn:microsoft.com/office/officeart/2005/8/layout/list1"/>
    <dgm:cxn modelId="{5CB41619-0A33-406A-A500-D54B0C9978E6}" type="presParOf" srcId="{6D32749C-3B6F-452B-8A06-74C7CE43333F}" destId="{9AA93FE3-7799-4D4B-802B-732CBB435685}" srcOrd="0" destOrd="0" presId="urn:microsoft.com/office/officeart/2005/8/layout/list1"/>
    <dgm:cxn modelId="{388DD280-8CF7-4330-B891-1E13A2772317}" type="presParOf" srcId="{6D32749C-3B6F-452B-8A06-74C7CE43333F}" destId="{85BEDCD0-04D3-46C7-95E8-F3F729F76C0E}" srcOrd="1" destOrd="0" presId="urn:microsoft.com/office/officeart/2005/8/layout/list1"/>
    <dgm:cxn modelId="{0EB06E7E-850E-48F1-905C-CDA17AA286EC}" type="presParOf" srcId="{391ADF3F-0606-453B-ABA6-46805BE24B19}" destId="{28BE4690-B290-44ED-A8F0-E5040A9A473F}" srcOrd="13" destOrd="0" presId="urn:microsoft.com/office/officeart/2005/8/layout/list1"/>
    <dgm:cxn modelId="{1A567D3B-C76B-41D8-A48D-6CD769636204}" type="presParOf" srcId="{391ADF3F-0606-453B-ABA6-46805BE24B19}" destId="{24E234CE-0960-46F9-8BDF-13A8D0F2EA0B}" srcOrd="14" destOrd="0" presId="urn:microsoft.com/office/officeart/2005/8/layout/list1"/>
    <dgm:cxn modelId="{596378BB-7C70-483D-95C8-7A5040D6A3AD}" type="presParOf" srcId="{391ADF3F-0606-453B-ABA6-46805BE24B19}" destId="{D1079887-70E4-459B-BC40-7D7D6A082511}" srcOrd="15" destOrd="0" presId="urn:microsoft.com/office/officeart/2005/8/layout/list1"/>
    <dgm:cxn modelId="{8D6C85D3-69FD-4082-A8DB-90F93924F80C}" type="presParOf" srcId="{391ADF3F-0606-453B-ABA6-46805BE24B19}" destId="{61B5A065-9DD4-4E9D-A961-DEA539C432AE}" srcOrd="16" destOrd="0" presId="urn:microsoft.com/office/officeart/2005/8/layout/list1"/>
    <dgm:cxn modelId="{06F60240-DF6D-48A3-80B7-68B98152F602}" type="presParOf" srcId="{61B5A065-9DD4-4E9D-A961-DEA539C432AE}" destId="{69B305DA-1DC0-48AD-88AA-C77989922CA5}" srcOrd="0" destOrd="0" presId="urn:microsoft.com/office/officeart/2005/8/layout/list1"/>
    <dgm:cxn modelId="{6EBBB43A-B816-4B2C-B48F-4B8445ACC486}" type="presParOf" srcId="{61B5A065-9DD4-4E9D-A961-DEA539C432AE}" destId="{350E91EC-A1C6-4615-9FE6-843FE5E0A178}" srcOrd="1" destOrd="0" presId="urn:microsoft.com/office/officeart/2005/8/layout/list1"/>
    <dgm:cxn modelId="{BDE45953-E0F4-4458-8938-DAB39CFD38B6}" type="presParOf" srcId="{391ADF3F-0606-453B-ABA6-46805BE24B19}" destId="{EE82E78D-0C68-4371-AB8F-6F3100BE9CD0}" srcOrd="17" destOrd="0" presId="urn:microsoft.com/office/officeart/2005/8/layout/list1"/>
    <dgm:cxn modelId="{12D4135E-92D2-4A35-AC8D-465285C7CFFF}" type="presParOf" srcId="{391ADF3F-0606-453B-ABA6-46805BE24B19}" destId="{3F28E08B-42D1-49D4-934D-04EB70A214B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2D644B-3726-4E51-AF33-EC86A0D316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A5FC0E-4EDE-4CF1-A70E-CF2ED7D03EA8}">
      <dgm:prSet/>
      <dgm:spPr/>
      <dgm:t>
        <a:bodyPr/>
        <a:lstStyle/>
        <a:p>
          <a:r>
            <a:rPr lang="en-US"/>
            <a:t>Pager rotation is essential for reliability and fast response</a:t>
          </a:r>
        </a:p>
      </dgm:t>
    </dgm:pt>
    <dgm:pt modelId="{2D8402E2-F491-4BD8-AC62-24735D3B84B5}" type="parTrans" cxnId="{86361F70-D391-4C0A-B3EE-D62744B63706}">
      <dgm:prSet/>
      <dgm:spPr/>
      <dgm:t>
        <a:bodyPr/>
        <a:lstStyle/>
        <a:p>
          <a:endParaRPr lang="en-US"/>
        </a:p>
      </dgm:t>
    </dgm:pt>
    <dgm:pt modelId="{39CCD38F-04F3-441E-A0D9-CC2C906062D8}" type="sibTrans" cxnId="{86361F70-D391-4C0A-B3EE-D62744B63706}">
      <dgm:prSet/>
      <dgm:spPr/>
      <dgm:t>
        <a:bodyPr/>
        <a:lstStyle/>
        <a:p>
          <a:endParaRPr lang="en-US"/>
        </a:p>
      </dgm:t>
    </dgm:pt>
    <dgm:pt modelId="{1E18767F-7D46-4949-869D-C7F1774B343C}">
      <dgm:prSet/>
      <dgm:spPr/>
      <dgm:t>
        <a:bodyPr/>
        <a:lstStyle/>
        <a:p>
          <a:r>
            <a:rPr lang="en-US"/>
            <a:t>SolarWinds provides structure and alert tuning practices</a:t>
          </a:r>
        </a:p>
      </dgm:t>
    </dgm:pt>
    <dgm:pt modelId="{49569C84-C0C1-488D-BA55-3EB5885945F7}" type="parTrans" cxnId="{02C1678D-6E8D-4724-9CBD-EF17D9F0A2F1}">
      <dgm:prSet/>
      <dgm:spPr/>
      <dgm:t>
        <a:bodyPr/>
        <a:lstStyle/>
        <a:p>
          <a:endParaRPr lang="en-US"/>
        </a:p>
      </dgm:t>
    </dgm:pt>
    <dgm:pt modelId="{48170ADF-55F3-4F7E-8A67-21427927D87D}" type="sibTrans" cxnId="{02C1678D-6E8D-4724-9CBD-EF17D9F0A2F1}">
      <dgm:prSet/>
      <dgm:spPr/>
      <dgm:t>
        <a:bodyPr/>
        <a:lstStyle/>
        <a:p>
          <a:endParaRPr lang="en-US"/>
        </a:p>
      </dgm:t>
    </dgm:pt>
    <dgm:pt modelId="{9FBAFDB7-EA34-415C-B6F6-77C5F01A5DC7}">
      <dgm:prSet/>
      <dgm:spPr/>
      <dgm:t>
        <a:bodyPr/>
        <a:lstStyle/>
        <a:p>
          <a:r>
            <a:rPr lang="en-US"/>
            <a:t>Atlassian emphasizes human factors and documentation</a:t>
          </a:r>
        </a:p>
      </dgm:t>
    </dgm:pt>
    <dgm:pt modelId="{1F5E44BC-79E2-47AD-96B0-08BC700ECE65}" type="parTrans" cxnId="{718D2B93-BD3B-470A-A96C-2814EFD27D79}">
      <dgm:prSet/>
      <dgm:spPr/>
      <dgm:t>
        <a:bodyPr/>
        <a:lstStyle/>
        <a:p>
          <a:endParaRPr lang="en-US"/>
        </a:p>
      </dgm:t>
    </dgm:pt>
    <dgm:pt modelId="{65C29277-3752-4839-B413-8D0A388CB4E3}" type="sibTrans" cxnId="{718D2B93-BD3B-470A-A96C-2814EFD27D79}">
      <dgm:prSet/>
      <dgm:spPr/>
      <dgm:t>
        <a:bodyPr/>
        <a:lstStyle/>
        <a:p>
          <a:endParaRPr lang="en-US"/>
        </a:p>
      </dgm:t>
    </dgm:pt>
    <dgm:pt modelId="{B2861E20-D864-40DD-B944-79A0A476D67E}">
      <dgm:prSet/>
      <dgm:spPr/>
      <dgm:t>
        <a:bodyPr/>
        <a:lstStyle/>
        <a:p>
          <a:r>
            <a:rPr lang="en-US"/>
            <a:t>FireHydrant highlights scheduling and ownership</a:t>
          </a:r>
        </a:p>
      </dgm:t>
    </dgm:pt>
    <dgm:pt modelId="{B5AA4C0E-8DF6-48A6-873C-065D25C42749}" type="parTrans" cxnId="{236B6CE6-D43E-4EBD-AC60-CA5F0D3E2857}">
      <dgm:prSet/>
      <dgm:spPr/>
      <dgm:t>
        <a:bodyPr/>
        <a:lstStyle/>
        <a:p>
          <a:endParaRPr lang="en-US"/>
        </a:p>
      </dgm:t>
    </dgm:pt>
    <dgm:pt modelId="{9B26B505-EBEA-41DA-8469-D95E2465883E}" type="sibTrans" cxnId="{236B6CE6-D43E-4EBD-AC60-CA5F0D3E2857}">
      <dgm:prSet/>
      <dgm:spPr/>
      <dgm:t>
        <a:bodyPr/>
        <a:lstStyle/>
        <a:p>
          <a:endParaRPr lang="en-US"/>
        </a:p>
      </dgm:t>
    </dgm:pt>
    <dgm:pt modelId="{2BD8703E-5339-4700-BA29-9FD20BDB26A1}">
      <dgm:prSet/>
      <dgm:spPr/>
      <dgm:t>
        <a:bodyPr/>
        <a:lstStyle/>
        <a:p>
          <a:r>
            <a:rPr lang="en-US"/>
            <a:t>Balanced on-call improves system stability and team health</a:t>
          </a:r>
        </a:p>
      </dgm:t>
    </dgm:pt>
    <dgm:pt modelId="{6DFC52C1-412D-4D02-96E1-481E939B2950}" type="parTrans" cxnId="{5E675E59-E496-4705-9803-DBF61748129C}">
      <dgm:prSet/>
      <dgm:spPr/>
      <dgm:t>
        <a:bodyPr/>
        <a:lstStyle/>
        <a:p>
          <a:endParaRPr lang="en-US"/>
        </a:p>
      </dgm:t>
    </dgm:pt>
    <dgm:pt modelId="{E4E928F2-6960-4B47-B8C5-E7AF92AC454D}" type="sibTrans" cxnId="{5E675E59-E496-4705-9803-DBF61748129C}">
      <dgm:prSet/>
      <dgm:spPr/>
      <dgm:t>
        <a:bodyPr/>
        <a:lstStyle/>
        <a:p>
          <a:endParaRPr lang="en-US"/>
        </a:p>
      </dgm:t>
    </dgm:pt>
    <dgm:pt modelId="{180E4B72-AF1B-478A-9668-9E5F959B7CBB}" type="pres">
      <dgm:prSet presAssocID="{332D644B-3726-4E51-AF33-EC86A0D316CE}" presName="diagram" presStyleCnt="0">
        <dgm:presLayoutVars>
          <dgm:dir/>
          <dgm:resizeHandles val="exact"/>
        </dgm:presLayoutVars>
      </dgm:prSet>
      <dgm:spPr/>
    </dgm:pt>
    <dgm:pt modelId="{E53A87CD-18E0-474E-BDBF-C9FD4F485CC7}" type="pres">
      <dgm:prSet presAssocID="{70A5FC0E-4EDE-4CF1-A70E-CF2ED7D03EA8}" presName="node" presStyleLbl="node1" presStyleIdx="0" presStyleCnt="5">
        <dgm:presLayoutVars>
          <dgm:bulletEnabled val="1"/>
        </dgm:presLayoutVars>
      </dgm:prSet>
      <dgm:spPr/>
    </dgm:pt>
    <dgm:pt modelId="{D0B20658-519A-4DC4-92E2-AE2F70619E82}" type="pres">
      <dgm:prSet presAssocID="{39CCD38F-04F3-441E-A0D9-CC2C906062D8}" presName="sibTrans" presStyleCnt="0"/>
      <dgm:spPr/>
    </dgm:pt>
    <dgm:pt modelId="{F8A0B780-20DE-43A0-8F4A-F85FB3EFA1FD}" type="pres">
      <dgm:prSet presAssocID="{1E18767F-7D46-4949-869D-C7F1774B343C}" presName="node" presStyleLbl="node1" presStyleIdx="1" presStyleCnt="5">
        <dgm:presLayoutVars>
          <dgm:bulletEnabled val="1"/>
        </dgm:presLayoutVars>
      </dgm:prSet>
      <dgm:spPr/>
    </dgm:pt>
    <dgm:pt modelId="{F6D66978-AA5D-4FDA-8387-CE25D36A81DE}" type="pres">
      <dgm:prSet presAssocID="{48170ADF-55F3-4F7E-8A67-21427927D87D}" presName="sibTrans" presStyleCnt="0"/>
      <dgm:spPr/>
    </dgm:pt>
    <dgm:pt modelId="{5B0667DB-B225-4E55-B2A2-227613E2B9FA}" type="pres">
      <dgm:prSet presAssocID="{9FBAFDB7-EA34-415C-B6F6-77C5F01A5DC7}" presName="node" presStyleLbl="node1" presStyleIdx="2" presStyleCnt="5">
        <dgm:presLayoutVars>
          <dgm:bulletEnabled val="1"/>
        </dgm:presLayoutVars>
      </dgm:prSet>
      <dgm:spPr/>
    </dgm:pt>
    <dgm:pt modelId="{30DE5DE7-3204-494C-9998-30D7DD60E4C6}" type="pres">
      <dgm:prSet presAssocID="{65C29277-3752-4839-B413-8D0A388CB4E3}" presName="sibTrans" presStyleCnt="0"/>
      <dgm:spPr/>
    </dgm:pt>
    <dgm:pt modelId="{EE739121-6C80-4509-95AB-B695F4EF76C2}" type="pres">
      <dgm:prSet presAssocID="{B2861E20-D864-40DD-B944-79A0A476D67E}" presName="node" presStyleLbl="node1" presStyleIdx="3" presStyleCnt="5">
        <dgm:presLayoutVars>
          <dgm:bulletEnabled val="1"/>
        </dgm:presLayoutVars>
      </dgm:prSet>
      <dgm:spPr/>
    </dgm:pt>
    <dgm:pt modelId="{7EACEB20-71DF-47C5-AFB4-7DDAFC3F2483}" type="pres">
      <dgm:prSet presAssocID="{9B26B505-EBEA-41DA-8469-D95E2465883E}" presName="sibTrans" presStyleCnt="0"/>
      <dgm:spPr/>
    </dgm:pt>
    <dgm:pt modelId="{8F5D6398-0869-469D-84C3-FE13F0759883}" type="pres">
      <dgm:prSet presAssocID="{2BD8703E-5339-4700-BA29-9FD20BDB26A1}" presName="node" presStyleLbl="node1" presStyleIdx="4" presStyleCnt="5">
        <dgm:presLayoutVars>
          <dgm:bulletEnabled val="1"/>
        </dgm:presLayoutVars>
      </dgm:prSet>
      <dgm:spPr/>
    </dgm:pt>
  </dgm:ptLst>
  <dgm:cxnLst>
    <dgm:cxn modelId="{9BFBE812-5E33-4055-B8EE-ED35CF132334}" type="presOf" srcId="{B2861E20-D864-40DD-B944-79A0A476D67E}" destId="{EE739121-6C80-4509-95AB-B695F4EF76C2}" srcOrd="0" destOrd="0" presId="urn:microsoft.com/office/officeart/2005/8/layout/default"/>
    <dgm:cxn modelId="{86361F70-D391-4C0A-B3EE-D62744B63706}" srcId="{332D644B-3726-4E51-AF33-EC86A0D316CE}" destId="{70A5FC0E-4EDE-4CF1-A70E-CF2ED7D03EA8}" srcOrd="0" destOrd="0" parTransId="{2D8402E2-F491-4BD8-AC62-24735D3B84B5}" sibTransId="{39CCD38F-04F3-441E-A0D9-CC2C906062D8}"/>
    <dgm:cxn modelId="{5E675E59-E496-4705-9803-DBF61748129C}" srcId="{332D644B-3726-4E51-AF33-EC86A0D316CE}" destId="{2BD8703E-5339-4700-BA29-9FD20BDB26A1}" srcOrd="4" destOrd="0" parTransId="{6DFC52C1-412D-4D02-96E1-481E939B2950}" sibTransId="{E4E928F2-6960-4B47-B8C5-E7AF92AC454D}"/>
    <dgm:cxn modelId="{E093D57B-63C6-4506-BF9D-48D7C02DEC2B}" type="presOf" srcId="{1E18767F-7D46-4949-869D-C7F1774B343C}" destId="{F8A0B780-20DE-43A0-8F4A-F85FB3EFA1FD}" srcOrd="0" destOrd="0" presId="urn:microsoft.com/office/officeart/2005/8/layout/default"/>
    <dgm:cxn modelId="{02C1678D-6E8D-4724-9CBD-EF17D9F0A2F1}" srcId="{332D644B-3726-4E51-AF33-EC86A0D316CE}" destId="{1E18767F-7D46-4949-869D-C7F1774B343C}" srcOrd="1" destOrd="0" parTransId="{49569C84-C0C1-488D-BA55-3EB5885945F7}" sibTransId="{48170ADF-55F3-4F7E-8A67-21427927D87D}"/>
    <dgm:cxn modelId="{718D2B93-BD3B-470A-A96C-2814EFD27D79}" srcId="{332D644B-3726-4E51-AF33-EC86A0D316CE}" destId="{9FBAFDB7-EA34-415C-B6F6-77C5F01A5DC7}" srcOrd="2" destOrd="0" parTransId="{1F5E44BC-79E2-47AD-96B0-08BC700ECE65}" sibTransId="{65C29277-3752-4839-B413-8D0A388CB4E3}"/>
    <dgm:cxn modelId="{E5C296AB-F9C9-4EF5-AF14-A31A9BB24796}" type="presOf" srcId="{70A5FC0E-4EDE-4CF1-A70E-CF2ED7D03EA8}" destId="{E53A87CD-18E0-474E-BDBF-C9FD4F485CC7}" srcOrd="0" destOrd="0" presId="urn:microsoft.com/office/officeart/2005/8/layout/default"/>
    <dgm:cxn modelId="{B9BF49B4-26BF-41BB-99E5-9B5E183220A2}" type="presOf" srcId="{332D644B-3726-4E51-AF33-EC86A0D316CE}" destId="{180E4B72-AF1B-478A-9668-9E5F959B7CBB}" srcOrd="0" destOrd="0" presId="urn:microsoft.com/office/officeart/2005/8/layout/default"/>
    <dgm:cxn modelId="{2FD85CC3-2270-47B4-A8EE-68DE898D4386}" type="presOf" srcId="{9FBAFDB7-EA34-415C-B6F6-77C5F01A5DC7}" destId="{5B0667DB-B225-4E55-B2A2-227613E2B9FA}" srcOrd="0" destOrd="0" presId="urn:microsoft.com/office/officeart/2005/8/layout/default"/>
    <dgm:cxn modelId="{62C5A0D1-B494-4103-8449-E672F4D02447}" type="presOf" srcId="{2BD8703E-5339-4700-BA29-9FD20BDB26A1}" destId="{8F5D6398-0869-469D-84C3-FE13F0759883}" srcOrd="0" destOrd="0" presId="urn:microsoft.com/office/officeart/2005/8/layout/default"/>
    <dgm:cxn modelId="{236B6CE6-D43E-4EBD-AC60-CA5F0D3E2857}" srcId="{332D644B-3726-4E51-AF33-EC86A0D316CE}" destId="{B2861E20-D864-40DD-B944-79A0A476D67E}" srcOrd="3" destOrd="0" parTransId="{B5AA4C0E-8DF6-48A6-873C-065D25C42749}" sibTransId="{9B26B505-EBEA-41DA-8469-D95E2465883E}"/>
    <dgm:cxn modelId="{A1CC291A-C88B-46A2-A7AD-41E2A16741BA}" type="presParOf" srcId="{180E4B72-AF1B-478A-9668-9E5F959B7CBB}" destId="{E53A87CD-18E0-474E-BDBF-C9FD4F485CC7}" srcOrd="0" destOrd="0" presId="urn:microsoft.com/office/officeart/2005/8/layout/default"/>
    <dgm:cxn modelId="{05DE2F77-6527-40E0-846D-561347889068}" type="presParOf" srcId="{180E4B72-AF1B-478A-9668-9E5F959B7CBB}" destId="{D0B20658-519A-4DC4-92E2-AE2F70619E82}" srcOrd="1" destOrd="0" presId="urn:microsoft.com/office/officeart/2005/8/layout/default"/>
    <dgm:cxn modelId="{CAE01185-B716-4A8D-AB4E-7FFA6E18ECE7}" type="presParOf" srcId="{180E4B72-AF1B-478A-9668-9E5F959B7CBB}" destId="{F8A0B780-20DE-43A0-8F4A-F85FB3EFA1FD}" srcOrd="2" destOrd="0" presId="urn:microsoft.com/office/officeart/2005/8/layout/default"/>
    <dgm:cxn modelId="{9B60987B-FB9C-47A3-A884-1242529AF052}" type="presParOf" srcId="{180E4B72-AF1B-478A-9668-9E5F959B7CBB}" destId="{F6D66978-AA5D-4FDA-8387-CE25D36A81DE}" srcOrd="3" destOrd="0" presId="urn:microsoft.com/office/officeart/2005/8/layout/default"/>
    <dgm:cxn modelId="{26B26A3B-16E2-4064-813A-61F988291D22}" type="presParOf" srcId="{180E4B72-AF1B-478A-9668-9E5F959B7CBB}" destId="{5B0667DB-B225-4E55-B2A2-227613E2B9FA}" srcOrd="4" destOrd="0" presId="urn:microsoft.com/office/officeart/2005/8/layout/default"/>
    <dgm:cxn modelId="{BF65ACB3-56F5-4C4F-ADE4-AA96D928C927}" type="presParOf" srcId="{180E4B72-AF1B-478A-9668-9E5F959B7CBB}" destId="{30DE5DE7-3204-494C-9998-30D7DD60E4C6}" srcOrd="5" destOrd="0" presId="urn:microsoft.com/office/officeart/2005/8/layout/default"/>
    <dgm:cxn modelId="{01C60EA6-54A0-4DA2-8A9D-531687B846E7}" type="presParOf" srcId="{180E4B72-AF1B-478A-9668-9E5F959B7CBB}" destId="{EE739121-6C80-4509-95AB-B695F4EF76C2}" srcOrd="6" destOrd="0" presId="urn:microsoft.com/office/officeart/2005/8/layout/default"/>
    <dgm:cxn modelId="{6631E950-9854-4B35-AFEA-D34DA61B897C}" type="presParOf" srcId="{180E4B72-AF1B-478A-9668-9E5F959B7CBB}" destId="{7EACEB20-71DF-47C5-AFB4-7DDAFC3F2483}" srcOrd="7" destOrd="0" presId="urn:microsoft.com/office/officeart/2005/8/layout/default"/>
    <dgm:cxn modelId="{4CDB3094-24FF-463B-A8DF-EA99AB51EA44}" type="presParOf" srcId="{180E4B72-AF1B-478A-9668-9E5F959B7CBB}" destId="{8F5D6398-0869-469D-84C3-FE13F075988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1C7544-F6A3-4AEE-80A0-95EE4BF8B4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A8D737-E46E-4665-AD0F-D459A40AF21A}">
      <dgm:prSet/>
      <dgm:spPr/>
      <dgm:t>
        <a:bodyPr/>
        <a:lstStyle/>
        <a:p>
          <a:r>
            <a:rPr lang="en-US"/>
            <a:t>https://www.solarwinds.com/sre-best-practices/on-call-rotation-best-practices</a:t>
          </a:r>
        </a:p>
      </dgm:t>
    </dgm:pt>
    <dgm:pt modelId="{2BE0C00A-EBF7-4C8F-908E-8F65D5D79AD4}" type="parTrans" cxnId="{A887BACD-A122-4F93-9460-0ABFB113C97C}">
      <dgm:prSet/>
      <dgm:spPr/>
      <dgm:t>
        <a:bodyPr/>
        <a:lstStyle/>
        <a:p>
          <a:endParaRPr lang="en-US"/>
        </a:p>
      </dgm:t>
    </dgm:pt>
    <dgm:pt modelId="{81AC9CB0-D31C-49F7-A5C8-C68E38483213}" type="sibTrans" cxnId="{A887BACD-A122-4F93-9460-0ABFB113C97C}">
      <dgm:prSet/>
      <dgm:spPr/>
      <dgm:t>
        <a:bodyPr/>
        <a:lstStyle/>
        <a:p>
          <a:endParaRPr lang="en-US"/>
        </a:p>
      </dgm:t>
    </dgm:pt>
    <dgm:pt modelId="{8E509F7E-E9F3-446E-97A6-661F8950C17D}">
      <dgm:prSet/>
      <dgm:spPr/>
      <dgm:t>
        <a:bodyPr/>
        <a:lstStyle/>
        <a:p>
          <a:r>
            <a:rPr lang="en-US" b="1"/>
            <a:t>SolarWinds.</a:t>
          </a:r>
          <a:r>
            <a:rPr lang="en-US"/>
            <a:t> (2025). </a:t>
          </a:r>
          <a:r>
            <a:rPr lang="en-US" i="1"/>
            <a:t>On-call rotation: Tutorial and best practices.</a:t>
          </a:r>
          <a:r>
            <a:rPr lang="en-US"/>
            <a:t> SolarWinds Corporation.</a:t>
          </a:r>
        </a:p>
      </dgm:t>
    </dgm:pt>
    <dgm:pt modelId="{CF3C03D3-21ED-491C-A434-D9F3ADEAE8EB}" type="parTrans" cxnId="{B72ED2AC-53D8-4735-9549-44BA5FBF786D}">
      <dgm:prSet/>
      <dgm:spPr/>
      <dgm:t>
        <a:bodyPr/>
        <a:lstStyle/>
        <a:p>
          <a:endParaRPr lang="en-US"/>
        </a:p>
      </dgm:t>
    </dgm:pt>
    <dgm:pt modelId="{7DD96861-4236-4FBB-9320-2AA336F8BF08}" type="sibTrans" cxnId="{B72ED2AC-53D8-4735-9549-44BA5FBF786D}">
      <dgm:prSet/>
      <dgm:spPr/>
      <dgm:t>
        <a:bodyPr/>
        <a:lstStyle/>
        <a:p>
          <a:endParaRPr lang="en-US"/>
        </a:p>
      </dgm:t>
    </dgm:pt>
    <dgm:pt modelId="{BEA447AC-8098-414B-91D5-52984B69B9DA}">
      <dgm:prSet/>
      <dgm:spPr/>
      <dgm:t>
        <a:bodyPr/>
        <a:lstStyle/>
        <a:p>
          <a:r>
            <a:rPr lang="en-US"/>
            <a:t>https://www.atlassian.com/incident-management/on-call/improving-on-call</a:t>
          </a:r>
        </a:p>
      </dgm:t>
    </dgm:pt>
    <dgm:pt modelId="{0D3E847E-C9DE-4AD4-A6D7-64EF8C1BEFA0}" type="parTrans" cxnId="{964343E2-1CA6-47CE-9786-0721F58B368A}">
      <dgm:prSet/>
      <dgm:spPr/>
      <dgm:t>
        <a:bodyPr/>
        <a:lstStyle/>
        <a:p>
          <a:endParaRPr lang="en-US"/>
        </a:p>
      </dgm:t>
    </dgm:pt>
    <dgm:pt modelId="{7AFAB44E-ECEB-426D-8B4E-539EDBE9FFBD}" type="sibTrans" cxnId="{964343E2-1CA6-47CE-9786-0721F58B368A}">
      <dgm:prSet/>
      <dgm:spPr/>
      <dgm:t>
        <a:bodyPr/>
        <a:lstStyle/>
        <a:p>
          <a:endParaRPr lang="en-US"/>
        </a:p>
      </dgm:t>
    </dgm:pt>
    <dgm:pt modelId="{05F12051-744D-4A77-B8C4-0E081150994B}">
      <dgm:prSet/>
      <dgm:spPr/>
      <dgm:t>
        <a:bodyPr/>
        <a:lstStyle/>
        <a:p>
          <a:r>
            <a:rPr lang="en-US" b="1"/>
            <a:t>Atlassian.</a:t>
          </a:r>
          <a:r>
            <a:rPr lang="en-US"/>
            <a:t> (2024). </a:t>
          </a:r>
          <a:r>
            <a:rPr lang="en-US" i="1"/>
            <a:t>A manager’s guide to improving on-call.</a:t>
          </a:r>
          <a:r>
            <a:rPr lang="en-US"/>
            <a:t> Atlassian, Inc.</a:t>
          </a:r>
        </a:p>
      </dgm:t>
    </dgm:pt>
    <dgm:pt modelId="{DA73A9A3-682B-4851-A2EA-AB8D61183ACF}" type="parTrans" cxnId="{20ADFE59-DFD2-401B-A0E3-09424BD26DC5}">
      <dgm:prSet/>
      <dgm:spPr/>
      <dgm:t>
        <a:bodyPr/>
        <a:lstStyle/>
        <a:p>
          <a:endParaRPr lang="en-US"/>
        </a:p>
      </dgm:t>
    </dgm:pt>
    <dgm:pt modelId="{0C134B97-4B87-41F4-9FEF-3B3102E8FCF4}" type="sibTrans" cxnId="{20ADFE59-DFD2-401B-A0E3-09424BD26DC5}">
      <dgm:prSet/>
      <dgm:spPr/>
      <dgm:t>
        <a:bodyPr/>
        <a:lstStyle/>
        <a:p>
          <a:endParaRPr lang="en-US"/>
        </a:p>
      </dgm:t>
    </dgm:pt>
    <dgm:pt modelId="{21307FD2-9675-49A4-BFB4-98A8AF47E5E4}">
      <dgm:prSet/>
      <dgm:spPr/>
      <dgm:t>
        <a:bodyPr/>
        <a:lstStyle/>
        <a:p>
          <a:r>
            <a:rPr lang="en-US"/>
            <a:t>https://firehydrant.com/blog/best-practices-for-creating-on-call-rotations-and-schedules/</a:t>
          </a:r>
        </a:p>
      </dgm:t>
    </dgm:pt>
    <dgm:pt modelId="{1455ACC9-21E9-4471-BA51-5480E2685951}" type="parTrans" cxnId="{49501098-5FEF-4367-A548-0377802FAE1F}">
      <dgm:prSet/>
      <dgm:spPr/>
      <dgm:t>
        <a:bodyPr/>
        <a:lstStyle/>
        <a:p>
          <a:endParaRPr lang="en-US"/>
        </a:p>
      </dgm:t>
    </dgm:pt>
    <dgm:pt modelId="{20CCED4D-EBF7-418C-89A4-8CDB75E31B1E}" type="sibTrans" cxnId="{49501098-5FEF-4367-A548-0377802FAE1F}">
      <dgm:prSet/>
      <dgm:spPr/>
      <dgm:t>
        <a:bodyPr/>
        <a:lstStyle/>
        <a:p>
          <a:endParaRPr lang="en-US"/>
        </a:p>
      </dgm:t>
    </dgm:pt>
    <dgm:pt modelId="{ADC4FB9C-52B2-42B1-BC18-8E91A6D3B68A}">
      <dgm:prSet/>
      <dgm:spPr/>
      <dgm:t>
        <a:bodyPr/>
        <a:lstStyle/>
        <a:p>
          <a:r>
            <a:rPr lang="en-US" b="1"/>
            <a:t>FireHydrant.</a:t>
          </a:r>
          <a:r>
            <a:rPr lang="en-US"/>
            <a:t> (2024). </a:t>
          </a:r>
          <a:r>
            <a:rPr lang="en-US" i="1"/>
            <a:t>Best practices for creating on-call rotations and schedules.</a:t>
          </a:r>
          <a:r>
            <a:rPr lang="en-US"/>
            <a:t> FireHydrant, Inc.</a:t>
          </a:r>
        </a:p>
      </dgm:t>
    </dgm:pt>
    <dgm:pt modelId="{0AD58BD8-62F9-4AC0-9C53-6C9B0BFEDBC3}" type="parTrans" cxnId="{EB639024-70CA-4FA3-945F-A825F87D7C78}">
      <dgm:prSet/>
      <dgm:spPr/>
      <dgm:t>
        <a:bodyPr/>
        <a:lstStyle/>
        <a:p>
          <a:endParaRPr lang="en-US"/>
        </a:p>
      </dgm:t>
    </dgm:pt>
    <dgm:pt modelId="{65D96254-30F1-455F-B580-176FFDC39682}" type="sibTrans" cxnId="{EB639024-70CA-4FA3-945F-A825F87D7C78}">
      <dgm:prSet/>
      <dgm:spPr/>
      <dgm:t>
        <a:bodyPr/>
        <a:lstStyle/>
        <a:p>
          <a:endParaRPr lang="en-US"/>
        </a:p>
      </dgm:t>
    </dgm:pt>
    <dgm:pt modelId="{554F6235-DF57-4238-94FF-CD164F432984}">
      <dgm:prSet/>
      <dgm:spPr/>
      <dgm:t>
        <a:bodyPr/>
        <a:lstStyle/>
        <a:p>
          <a:r>
            <a:rPr lang="en-US" b="1"/>
            <a:t>ChatGPT.</a:t>
          </a:r>
          <a:r>
            <a:rPr lang="en-US"/>
            <a:t> (2025). </a:t>
          </a:r>
          <a:r>
            <a:rPr lang="en-US" i="1"/>
            <a:t>Assistance with citation and formatting.</a:t>
          </a:r>
          <a:r>
            <a:rPr lang="en-US"/>
            <a:t> OpenAI.</a:t>
          </a:r>
        </a:p>
      </dgm:t>
    </dgm:pt>
    <dgm:pt modelId="{32202765-CA85-4134-AF56-3595ACD42C45}" type="parTrans" cxnId="{2B2D81AF-376D-4E5C-A22D-600B58447AA5}">
      <dgm:prSet/>
      <dgm:spPr/>
      <dgm:t>
        <a:bodyPr/>
        <a:lstStyle/>
        <a:p>
          <a:endParaRPr lang="en-US"/>
        </a:p>
      </dgm:t>
    </dgm:pt>
    <dgm:pt modelId="{02A99698-4CB5-45BC-9C3B-933A644B84F5}" type="sibTrans" cxnId="{2B2D81AF-376D-4E5C-A22D-600B58447AA5}">
      <dgm:prSet/>
      <dgm:spPr/>
      <dgm:t>
        <a:bodyPr/>
        <a:lstStyle/>
        <a:p>
          <a:endParaRPr lang="en-US"/>
        </a:p>
      </dgm:t>
    </dgm:pt>
    <dgm:pt modelId="{816274F4-29F5-4C1C-83DD-7CB564F5CF76}" type="pres">
      <dgm:prSet presAssocID="{AA1C7544-F6A3-4AEE-80A0-95EE4BF8B4A4}" presName="linear" presStyleCnt="0">
        <dgm:presLayoutVars>
          <dgm:animLvl val="lvl"/>
          <dgm:resizeHandles val="exact"/>
        </dgm:presLayoutVars>
      </dgm:prSet>
      <dgm:spPr/>
    </dgm:pt>
    <dgm:pt modelId="{8B90B28B-C88D-4294-AF0A-22FC18722126}" type="pres">
      <dgm:prSet presAssocID="{50A8D737-E46E-4665-AD0F-D459A40AF21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1C5689E-2771-452C-AB93-AF2AF4DD3A04}" type="pres">
      <dgm:prSet presAssocID="{81AC9CB0-D31C-49F7-A5C8-C68E38483213}" presName="spacer" presStyleCnt="0"/>
      <dgm:spPr/>
    </dgm:pt>
    <dgm:pt modelId="{2CAD6EF2-EF58-4132-AE4C-94FBAF46429D}" type="pres">
      <dgm:prSet presAssocID="{8E509F7E-E9F3-446E-97A6-661F8950C17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32C652C-65D9-4B3B-9117-0B3D76E7C750}" type="pres">
      <dgm:prSet presAssocID="{7DD96861-4236-4FBB-9320-2AA336F8BF08}" presName="spacer" presStyleCnt="0"/>
      <dgm:spPr/>
    </dgm:pt>
    <dgm:pt modelId="{CF00066C-B106-4955-9912-D40647CC55F5}" type="pres">
      <dgm:prSet presAssocID="{BEA447AC-8098-414B-91D5-52984B69B9D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E1C9885-00B7-417A-900C-8E5782E28200}" type="pres">
      <dgm:prSet presAssocID="{7AFAB44E-ECEB-426D-8B4E-539EDBE9FFBD}" presName="spacer" presStyleCnt="0"/>
      <dgm:spPr/>
    </dgm:pt>
    <dgm:pt modelId="{88ECFD23-9A94-435E-BBC0-802977FDB3F0}" type="pres">
      <dgm:prSet presAssocID="{05F12051-744D-4A77-B8C4-0E081150994B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F04C3AF-C3CD-4144-A832-AFFBECD0CD4A}" type="pres">
      <dgm:prSet presAssocID="{0C134B97-4B87-41F4-9FEF-3B3102E8FCF4}" presName="spacer" presStyleCnt="0"/>
      <dgm:spPr/>
    </dgm:pt>
    <dgm:pt modelId="{6339E03D-2062-4E98-BACA-BA623FB38DEE}" type="pres">
      <dgm:prSet presAssocID="{21307FD2-9675-49A4-BFB4-98A8AF47E5E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CD40C34-8530-4DDB-A826-B0F9D70AB5BE}" type="pres">
      <dgm:prSet presAssocID="{20CCED4D-EBF7-418C-89A4-8CDB75E31B1E}" presName="spacer" presStyleCnt="0"/>
      <dgm:spPr/>
    </dgm:pt>
    <dgm:pt modelId="{767EDE47-9B99-4AEB-8FE6-6D2C3D33CC9E}" type="pres">
      <dgm:prSet presAssocID="{ADC4FB9C-52B2-42B1-BC18-8E91A6D3B68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508D1BA-5315-4ABE-84F6-3F4F23181F42}" type="pres">
      <dgm:prSet presAssocID="{65D96254-30F1-455F-B580-176FFDC39682}" presName="spacer" presStyleCnt="0"/>
      <dgm:spPr/>
    </dgm:pt>
    <dgm:pt modelId="{2CD79D24-6763-4566-97A5-2FBE13197A4D}" type="pres">
      <dgm:prSet presAssocID="{554F6235-DF57-4238-94FF-CD164F43298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D1C6308-5D27-41B4-BF7B-65DF366EC6B3}" type="presOf" srcId="{BEA447AC-8098-414B-91D5-52984B69B9DA}" destId="{CF00066C-B106-4955-9912-D40647CC55F5}" srcOrd="0" destOrd="0" presId="urn:microsoft.com/office/officeart/2005/8/layout/vList2"/>
    <dgm:cxn modelId="{EB639024-70CA-4FA3-945F-A825F87D7C78}" srcId="{AA1C7544-F6A3-4AEE-80A0-95EE4BF8B4A4}" destId="{ADC4FB9C-52B2-42B1-BC18-8E91A6D3B68A}" srcOrd="5" destOrd="0" parTransId="{0AD58BD8-62F9-4AC0-9C53-6C9B0BFEDBC3}" sibTransId="{65D96254-30F1-455F-B580-176FFDC39682}"/>
    <dgm:cxn modelId="{4D352C66-07C7-4A77-8C46-AA5BFA0F4926}" type="presOf" srcId="{05F12051-744D-4A77-B8C4-0E081150994B}" destId="{88ECFD23-9A94-435E-BBC0-802977FDB3F0}" srcOrd="0" destOrd="0" presId="urn:microsoft.com/office/officeart/2005/8/layout/vList2"/>
    <dgm:cxn modelId="{20ADFE59-DFD2-401B-A0E3-09424BD26DC5}" srcId="{AA1C7544-F6A3-4AEE-80A0-95EE4BF8B4A4}" destId="{05F12051-744D-4A77-B8C4-0E081150994B}" srcOrd="3" destOrd="0" parTransId="{DA73A9A3-682B-4851-A2EA-AB8D61183ACF}" sibTransId="{0C134B97-4B87-41F4-9FEF-3B3102E8FCF4}"/>
    <dgm:cxn modelId="{ECB03E7F-BA22-4D4C-B410-E885E1D151F4}" type="presOf" srcId="{21307FD2-9675-49A4-BFB4-98A8AF47E5E4}" destId="{6339E03D-2062-4E98-BACA-BA623FB38DEE}" srcOrd="0" destOrd="0" presId="urn:microsoft.com/office/officeart/2005/8/layout/vList2"/>
    <dgm:cxn modelId="{97D37792-2B13-42C6-930C-E876FD2673F3}" type="presOf" srcId="{50A8D737-E46E-4665-AD0F-D459A40AF21A}" destId="{8B90B28B-C88D-4294-AF0A-22FC18722126}" srcOrd="0" destOrd="0" presId="urn:microsoft.com/office/officeart/2005/8/layout/vList2"/>
    <dgm:cxn modelId="{49501098-5FEF-4367-A548-0377802FAE1F}" srcId="{AA1C7544-F6A3-4AEE-80A0-95EE4BF8B4A4}" destId="{21307FD2-9675-49A4-BFB4-98A8AF47E5E4}" srcOrd="4" destOrd="0" parTransId="{1455ACC9-21E9-4471-BA51-5480E2685951}" sibTransId="{20CCED4D-EBF7-418C-89A4-8CDB75E31B1E}"/>
    <dgm:cxn modelId="{C2E70C9D-7E2B-427A-975F-9EC57F1111EF}" type="presOf" srcId="{8E509F7E-E9F3-446E-97A6-661F8950C17D}" destId="{2CAD6EF2-EF58-4132-AE4C-94FBAF46429D}" srcOrd="0" destOrd="0" presId="urn:microsoft.com/office/officeart/2005/8/layout/vList2"/>
    <dgm:cxn modelId="{B72ED2AC-53D8-4735-9549-44BA5FBF786D}" srcId="{AA1C7544-F6A3-4AEE-80A0-95EE4BF8B4A4}" destId="{8E509F7E-E9F3-446E-97A6-661F8950C17D}" srcOrd="1" destOrd="0" parTransId="{CF3C03D3-21ED-491C-A434-D9F3ADEAE8EB}" sibTransId="{7DD96861-4236-4FBB-9320-2AA336F8BF08}"/>
    <dgm:cxn modelId="{2B2D81AF-376D-4E5C-A22D-600B58447AA5}" srcId="{AA1C7544-F6A3-4AEE-80A0-95EE4BF8B4A4}" destId="{554F6235-DF57-4238-94FF-CD164F432984}" srcOrd="6" destOrd="0" parTransId="{32202765-CA85-4134-AF56-3595ACD42C45}" sibTransId="{02A99698-4CB5-45BC-9C3B-933A644B84F5}"/>
    <dgm:cxn modelId="{199E92B5-E702-4BDE-A94E-E8A2E968540F}" type="presOf" srcId="{554F6235-DF57-4238-94FF-CD164F432984}" destId="{2CD79D24-6763-4566-97A5-2FBE13197A4D}" srcOrd="0" destOrd="0" presId="urn:microsoft.com/office/officeart/2005/8/layout/vList2"/>
    <dgm:cxn modelId="{A887BACD-A122-4F93-9460-0ABFB113C97C}" srcId="{AA1C7544-F6A3-4AEE-80A0-95EE4BF8B4A4}" destId="{50A8D737-E46E-4665-AD0F-D459A40AF21A}" srcOrd="0" destOrd="0" parTransId="{2BE0C00A-EBF7-4C8F-908E-8F65D5D79AD4}" sibTransId="{81AC9CB0-D31C-49F7-A5C8-C68E38483213}"/>
    <dgm:cxn modelId="{964343E2-1CA6-47CE-9786-0721F58B368A}" srcId="{AA1C7544-F6A3-4AEE-80A0-95EE4BF8B4A4}" destId="{BEA447AC-8098-414B-91D5-52984B69B9DA}" srcOrd="2" destOrd="0" parTransId="{0D3E847E-C9DE-4AD4-A6D7-64EF8C1BEFA0}" sibTransId="{7AFAB44E-ECEB-426D-8B4E-539EDBE9FFBD}"/>
    <dgm:cxn modelId="{CA945EEE-9EBF-4DC8-B5BC-995B4C84BB20}" type="presOf" srcId="{ADC4FB9C-52B2-42B1-BC18-8E91A6D3B68A}" destId="{767EDE47-9B99-4AEB-8FE6-6D2C3D33CC9E}" srcOrd="0" destOrd="0" presId="urn:microsoft.com/office/officeart/2005/8/layout/vList2"/>
    <dgm:cxn modelId="{A15F85F2-E4CB-48E9-A4F6-1B62BBB69866}" type="presOf" srcId="{AA1C7544-F6A3-4AEE-80A0-95EE4BF8B4A4}" destId="{816274F4-29F5-4C1C-83DD-7CB564F5CF76}" srcOrd="0" destOrd="0" presId="urn:microsoft.com/office/officeart/2005/8/layout/vList2"/>
    <dgm:cxn modelId="{F2B73F22-F1D3-4C04-8B67-95C876C1F0A3}" type="presParOf" srcId="{816274F4-29F5-4C1C-83DD-7CB564F5CF76}" destId="{8B90B28B-C88D-4294-AF0A-22FC18722126}" srcOrd="0" destOrd="0" presId="urn:microsoft.com/office/officeart/2005/8/layout/vList2"/>
    <dgm:cxn modelId="{51E97ECA-6CCF-46E0-9F1A-3A3B44FFAE07}" type="presParOf" srcId="{816274F4-29F5-4C1C-83DD-7CB564F5CF76}" destId="{C1C5689E-2771-452C-AB93-AF2AF4DD3A04}" srcOrd="1" destOrd="0" presId="urn:microsoft.com/office/officeart/2005/8/layout/vList2"/>
    <dgm:cxn modelId="{EBA76C6A-1C66-4BB8-B63D-08D4DE75E0B9}" type="presParOf" srcId="{816274F4-29F5-4C1C-83DD-7CB564F5CF76}" destId="{2CAD6EF2-EF58-4132-AE4C-94FBAF46429D}" srcOrd="2" destOrd="0" presId="urn:microsoft.com/office/officeart/2005/8/layout/vList2"/>
    <dgm:cxn modelId="{8687B57E-C4DD-4B5D-9AFC-57AD3D38D62C}" type="presParOf" srcId="{816274F4-29F5-4C1C-83DD-7CB564F5CF76}" destId="{532C652C-65D9-4B3B-9117-0B3D76E7C750}" srcOrd="3" destOrd="0" presId="urn:microsoft.com/office/officeart/2005/8/layout/vList2"/>
    <dgm:cxn modelId="{9AB26C02-CCE2-423C-A89E-B29966BB78E6}" type="presParOf" srcId="{816274F4-29F5-4C1C-83DD-7CB564F5CF76}" destId="{CF00066C-B106-4955-9912-D40647CC55F5}" srcOrd="4" destOrd="0" presId="urn:microsoft.com/office/officeart/2005/8/layout/vList2"/>
    <dgm:cxn modelId="{3FD5870C-3AB6-44E0-AADB-BFC8227BC9F2}" type="presParOf" srcId="{816274F4-29F5-4C1C-83DD-7CB564F5CF76}" destId="{2E1C9885-00B7-417A-900C-8E5782E28200}" srcOrd="5" destOrd="0" presId="urn:microsoft.com/office/officeart/2005/8/layout/vList2"/>
    <dgm:cxn modelId="{E58EFE41-2553-42EC-9A85-4A58FE060CCE}" type="presParOf" srcId="{816274F4-29F5-4C1C-83DD-7CB564F5CF76}" destId="{88ECFD23-9A94-435E-BBC0-802977FDB3F0}" srcOrd="6" destOrd="0" presId="urn:microsoft.com/office/officeart/2005/8/layout/vList2"/>
    <dgm:cxn modelId="{FB658544-43E8-4346-91EB-EACF58AA6FCA}" type="presParOf" srcId="{816274F4-29F5-4C1C-83DD-7CB564F5CF76}" destId="{FF04C3AF-C3CD-4144-A832-AFFBECD0CD4A}" srcOrd="7" destOrd="0" presId="urn:microsoft.com/office/officeart/2005/8/layout/vList2"/>
    <dgm:cxn modelId="{2FF4E4C9-2109-4D93-8119-600FDDC23931}" type="presParOf" srcId="{816274F4-29F5-4C1C-83DD-7CB564F5CF76}" destId="{6339E03D-2062-4E98-BACA-BA623FB38DEE}" srcOrd="8" destOrd="0" presId="urn:microsoft.com/office/officeart/2005/8/layout/vList2"/>
    <dgm:cxn modelId="{1C0F9E45-3498-41CB-AC9D-B22839D6ED04}" type="presParOf" srcId="{816274F4-29F5-4C1C-83DD-7CB564F5CF76}" destId="{6CD40C34-8530-4DDB-A826-B0F9D70AB5BE}" srcOrd="9" destOrd="0" presId="urn:microsoft.com/office/officeart/2005/8/layout/vList2"/>
    <dgm:cxn modelId="{DCE0996B-2D11-4A15-B9CD-4D02DCC78A0F}" type="presParOf" srcId="{816274F4-29F5-4C1C-83DD-7CB564F5CF76}" destId="{767EDE47-9B99-4AEB-8FE6-6D2C3D33CC9E}" srcOrd="10" destOrd="0" presId="urn:microsoft.com/office/officeart/2005/8/layout/vList2"/>
    <dgm:cxn modelId="{D49A0AD7-51CC-4C74-82A9-F64106500E41}" type="presParOf" srcId="{816274F4-29F5-4C1C-83DD-7CB564F5CF76}" destId="{9508D1BA-5315-4ABE-84F6-3F4F23181F42}" srcOrd="11" destOrd="0" presId="urn:microsoft.com/office/officeart/2005/8/layout/vList2"/>
    <dgm:cxn modelId="{2BF154D3-2A47-4C15-8533-54D8A37EB9A1}" type="presParOf" srcId="{816274F4-29F5-4C1C-83DD-7CB564F5CF76}" destId="{2CD79D24-6763-4566-97A5-2FBE13197A4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6BDBD-D730-49BC-901C-2A510B04AB57}">
      <dsp:nvSpPr>
        <dsp:cNvPr id="0" name=""/>
        <dsp:cNvSpPr/>
      </dsp:nvSpPr>
      <dsp:spPr>
        <a:xfrm>
          <a:off x="0" y="531924"/>
          <a:ext cx="4231481" cy="725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Structured scheduling where engineers rotate on-call responsibilities</a:t>
          </a:r>
        </a:p>
      </dsp:txBody>
      <dsp:txXfrm>
        <a:off x="35411" y="567335"/>
        <a:ext cx="4160659" cy="654578"/>
      </dsp:txXfrm>
    </dsp:sp>
    <dsp:sp modelId="{FC5A53F1-6323-44AF-8F56-356E7D6E14E4}">
      <dsp:nvSpPr>
        <dsp:cNvPr id="0" name=""/>
        <dsp:cNvSpPr/>
      </dsp:nvSpPr>
      <dsp:spPr>
        <a:xfrm>
          <a:off x="0" y="1314924"/>
          <a:ext cx="4231481" cy="725400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Ensures coverage for production incidents at all times</a:t>
          </a:r>
        </a:p>
      </dsp:txBody>
      <dsp:txXfrm>
        <a:off x="35411" y="1350335"/>
        <a:ext cx="4160659" cy="654578"/>
      </dsp:txXfrm>
    </dsp:sp>
    <dsp:sp modelId="{EF330CA2-697B-4C4B-8A21-CD26096B36CC}">
      <dsp:nvSpPr>
        <dsp:cNvPr id="0" name=""/>
        <dsp:cNvSpPr/>
      </dsp:nvSpPr>
      <dsp:spPr>
        <a:xfrm>
          <a:off x="0" y="2097925"/>
          <a:ext cx="4231481" cy="72540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Dedicated responders for outages and service failures</a:t>
          </a:r>
        </a:p>
      </dsp:txBody>
      <dsp:txXfrm>
        <a:off x="35411" y="2133336"/>
        <a:ext cx="4160659" cy="654578"/>
      </dsp:txXfrm>
    </dsp:sp>
    <dsp:sp modelId="{E7C2D949-C24D-475B-AB39-D6EF6C4A9C8A}">
      <dsp:nvSpPr>
        <dsp:cNvPr id="0" name=""/>
        <dsp:cNvSpPr/>
      </dsp:nvSpPr>
      <dsp:spPr>
        <a:xfrm>
          <a:off x="0" y="2880925"/>
          <a:ext cx="4231481" cy="725400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Supports DevOps principles of ownership and reliability</a:t>
          </a:r>
        </a:p>
      </dsp:txBody>
      <dsp:txXfrm>
        <a:off x="35411" y="2916336"/>
        <a:ext cx="4160659" cy="654578"/>
      </dsp:txXfrm>
    </dsp:sp>
    <dsp:sp modelId="{9637BD7B-23EB-4115-AD61-F05DDD2DC6F8}">
      <dsp:nvSpPr>
        <dsp:cNvPr id="0" name=""/>
        <dsp:cNvSpPr/>
      </dsp:nvSpPr>
      <dsp:spPr>
        <a:xfrm>
          <a:off x="0" y="3663925"/>
          <a:ext cx="4231481" cy="72540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Includes preparation, response, and post-incident tasks</a:t>
          </a:r>
        </a:p>
      </dsp:txBody>
      <dsp:txXfrm>
        <a:off x="35411" y="3699336"/>
        <a:ext cx="4160659" cy="654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A5CEB-2800-4E45-9B44-F29638FB6DC2}">
      <dsp:nvSpPr>
        <dsp:cNvPr id="0" name=""/>
        <dsp:cNvSpPr/>
      </dsp:nvSpPr>
      <dsp:spPr>
        <a:xfrm>
          <a:off x="0" y="829644"/>
          <a:ext cx="423148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72F3B-C736-4227-AC40-FA52387FA7F9}">
      <dsp:nvSpPr>
        <dsp:cNvPr id="0" name=""/>
        <dsp:cNvSpPr/>
      </dsp:nvSpPr>
      <dsp:spPr>
        <a:xfrm>
          <a:off x="211574" y="578724"/>
          <a:ext cx="2962036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Enables fast incident response and reduced downtime</a:t>
          </a:r>
        </a:p>
      </dsp:txBody>
      <dsp:txXfrm>
        <a:off x="236072" y="603222"/>
        <a:ext cx="2913040" cy="452844"/>
      </dsp:txXfrm>
    </dsp:sp>
    <dsp:sp modelId="{D256DFC9-BD0F-4FEE-90C6-9C157D659EEE}">
      <dsp:nvSpPr>
        <dsp:cNvPr id="0" name=""/>
        <dsp:cNvSpPr/>
      </dsp:nvSpPr>
      <dsp:spPr>
        <a:xfrm>
          <a:off x="0" y="1600764"/>
          <a:ext cx="423148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330843"/>
              <a:satOff val="373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510B3-4E4A-4981-BCF5-260A43DF6BD5}">
      <dsp:nvSpPr>
        <dsp:cNvPr id="0" name=""/>
        <dsp:cNvSpPr/>
      </dsp:nvSpPr>
      <dsp:spPr>
        <a:xfrm>
          <a:off x="211574" y="1349844"/>
          <a:ext cx="2962036" cy="501840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Helps teams meet SLA and reliability targets</a:t>
          </a:r>
        </a:p>
      </dsp:txBody>
      <dsp:txXfrm>
        <a:off x="236072" y="1374342"/>
        <a:ext cx="2913040" cy="452844"/>
      </dsp:txXfrm>
    </dsp:sp>
    <dsp:sp modelId="{AA579FAF-D2F1-4CB8-A5CD-4435C2F0DEE7}">
      <dsp:nvSpPr>
        <dsp:cNvPr id="0" name=""/>
        <dsp:cNvSpPr/>
      </dsp:nvSpPr>
      <dsp:spPr>
        <a:xfrm>
          <a:off x="0" y="2371885"/>
          <a:ext cx="423148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52BCA-8EC5-4E3C-AAFE-FB29328CC148}">
      <dsp:nvSpPr>
        <dsp:cNvPr id="0" name=""/>
        <dsp:cNvSpPr/>
      </dsp:nvSpPr>
      <dsp:spPr>
        <a:xfrm>
          <a:off x="211574" y="2120964"/>
          <a:ext cx="2962036" cy="50184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Builds accountability and service ownership</a:t>
          </a:r>
        </a:p>
      </dsp:txBody>
      <dsp:txXfrm>
        <a:off x="236072" y="2145462"/>
        <a:ext cx="2913040" cy="452844"/>
      </dsp:txXfrm>
    </dsp:sp>
    <dsp:sp modelId="{24E234CE-0960-46F9-8BDF-13A8D0F2EA0B}">
      <dsp:nvSpPr>
        <dsp:cNvPr id="0" name=""/>
        <dsp:cNvSpPr/>
      </dsp:nvSpPr>
      <dsp:spPr>
        <a:xfrm>
          <a:off x="0" y="3143005"/>
          <a:ext cx="423148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992530"/>
              <a:satOff val="1119"/>
              <a:lumOff val="2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EDCD0-04D3-46C7-95E8-F3F729F76C0E}">
      <dsp:nvSpPr>
        <dsp:cNvPr id="0" name=""/>
        <dsp:cNvSpPr/>
      </dsp:nvSpPr>
      <dsp:spPr>
        <a:xfrm>
          <a:off x="211574" y="2892085"/>
          <a:ext cx="2962036" cy="501840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Improves code quality through shared responsibility</a:t>
          </a:r>
        </a:p>
      </dsp:txBody>
      <dsp:txXfrm>
        <a:off x="236072" y="2916583"/>
        <a:ext cx="2913040" cy="452844"/>
      </dsp:txXfrm>
    </dsp:sp>
    <dsp:sp modelId="{3F28E08B-42D1-49D4-934D-04EB70A214B7}">
      <dsp:nvSpPr>
        <dsp:cNvPr id="0" name=""/>
        <dsp:cNvSpPr/>
      </dsp:nvSpPr>
      <dsp:spPr>
        <a:xfrm>
          <a:off x="0" y="3914125"/>
          <a:ext cx="423148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E91EC-A1C6-4615-9FE6-843FE5E0A178}">
      <dsp:nvSpPr>
        <dsp:cNvPr id="0" name=""/>
        <dsp:cNvSpPr/>
      </dsp:nvSpPr>
      <dsp:spPr>
        <a:xfrm>
          <a:off x="211574" y="3663205"/>
          <a:ext cx="2962036" cy="5018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continuous delivery and monitoring alignment</a:t>
          </a:r>
        </a:p>
      </dsp:txBody>
      <dsp:txXfrm>
        <a:off x="236072" y="3687703"/>
        <a:ext cx="2913040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A87CD-18E0-474E-BDBF-C9FD4F485CC7}">
      <dsp:nvSpPr>
        <dsp:cNvPr id="0" name=""/>
        <dsp:cNvSpPr/>
      </dsp:nvSpPr>
      <dsp:spPr>
        <a:xfrm>
          <a:off x="0" y="530541"/>
          <a:ext cx="2278186" cy="13669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Pager rotation is essential for reliability and fast response</a:t>
          </a:r>
        </a:p>
      </dsp:txBody>
      <dsp:txXfrm>
        <a:off x="0" y="530541"/>
        <a:ext cx="2278186" cy="1366911"/>
      </dsp:txXfrm>
    </dsp:sp>
    <dsp:sp modelId="{F8A0B780-20DE-43A0-8F4A-F85FB3EFA1FD}">
      <dsp:nvSpPr>
        <dsp:cNvPr id="0" name=""/>
        <dsp:cNvSpPr/>
      </dsp:nvSpPr>
      <dsp:spPr>
        <a:xfrm>
          <a:off x="2506005" y="530541"/>
          <a:ext cx="2278186" cy="13669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SolarWinds provides structure and alert tuning practices</a:t>
          </a:r>
        </a:p>
      </dsp:txBody>
      <dsp:txXfrm>
        <a:off x="2506005" y="530541"/>
        <a:ext cx="2278186" cy="1366911"/>
      </dsp:txXfrm>
    </dsp:sp>
    <dsp:sp modelId="{5B0667DB-B225-4E55-B2A2-227613E2B9FA}">
      <dsp:nvSpPr>
        <dsp:cNvPr id="0" name=""/>
        <dsp:cNvSpPr/>
      </dsp:nvSpPr>
      <dsp:spPr>
        <a:xfrm>
          <a:off x="5012010" y="530541"/>
          <a:ext cx="2278186" cy="13669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Atlassian emphasizes human factors and documentation</a:t>
          </a:r>
        </a:p>
      </dsp:txBody>
      <dsp:txXfrm>
        <a:off x="5012010" y="530541"/>
        <a:ext cx="2278186" cy="1366911"/>
      </dsp:txXfrm>
    </dsp:sp>
    <dsp:sp modelId="{EE739121-6C80-4509-95AB-B695F4EF76C2}">
      <dsp:nvSpPr>
        <dsp:cNvPr id="0" name=""/>
        <dsp:cNvSpPr/>
      </dsp:nvSpPr>
      <dsp:spPr>
        <a:xfrm>
          <a:off x="1253002" y="2125271"/>
          <a:ext cx="2278186" cy="13669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FireHydrant highlights scheduling and ownership</a:t>
          </a:r>
        </a:p>
      </dsp:txBody>
      <dsp:txXfrm>
        <a:off x="1253002" y="2125271"/>
        <a:ext cx="2278186" cy="1366911"/>
      </dsp:txXfrm>
    </dsp:sp>
    <dsp:sp modelId="{8F5D6398-0869-469D-84C3-FE13F0759883}">
      <dsp:nvSpPr>
        <dsp:cNvPr id="0" name=""/>
        <dsp:cNvSpPr/>
      </dsp:nvSpPr>
      <dsp:spPr>
        <a:xfrm>
          <a:off x="3759007" y="2125271"/>
          <a:ext cx="2278186" cy="13669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Balanced on-call improves system stability and team health</a:t>
          </a:r>
        </a:p>
      </dsp:txBody>
      <dsp:txXfrm>
        <a:off x="3759007" y="2125271"/>
        <a:ext cx="2278186" cy="13669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0B28B-C88D-4294-AF0A-22FC18722126}">
      <dsp:nvSpPr>
        <dsp:cNvPr id="0" name=""/>
        <dsp:cNvSpPr/>
      </dsp:nvSpPr>
      <dsp:spPr>
        <a:xfrm>
          <a:off x="0" y="519271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https://www.solarwinds.com/sre-best-practices/on-call-rotation-best-practices</a:t>
          </a:r>
        </a:p>
      </dsp:txBody>
      <dsp:txXfrm>
        <a:off x="16706" y="535977"/>
        <a:ext cx="7364084" cy="308813"/>
      </dsp:txXfrm>
    </dsp:sp>
    <dsp:sp modelId="{2CAD6EF2-EF58-4132-AE4C-94FBAF46429D}">
      <dsp:nvSpPr>
        <dsp:cNvPr id="0" name=""/>
        <dsp:cNvSpPr/>
      </dsp:nvSpPr>
      <dsp:spPr>
        <a:xfrm>
          <a:off x="0" y="904697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SolarWinds.</a:t>
          </a:r>
          <a:r>
            <a:rPr lang="en-US" sz="1500" kern="1200"/>
            <a:t> (2025). </a:t>
          </a:r>
          <a:r>
            <a:rPr lang="en-US" sz="1500" i="1" kern="1200"/>
            <a:t>On-call rotation: Tutorial and best practices.</a:t>
          </a:r>
          <a:r>
            <a:rPr lang="en-US" sz="1500" kern="1200"/>
            <a:t> SolarWinds Corporation.</a:t>
          </a:r>
        </a:p>
      </dsp:txBody>
      <dsp:txXfrm>
        <a:off x="16706" y="921403"/>
        <a:ext cx="7364084" cy="308813"/>
      </dsp:txXfrm>
    </dsp:sp>
    <dsp:sp modelId="{CF00066C-B106-4955-9912-D40647CC55F5}">
      <dsp:nvSpPr>
        <dsp:cNvPr id="0" name=""/>
        <dsp:cNvSpPr/>
      </dsp:nvSpPr>
      <dsp:spPr>
        <a:xfrm>
          <a:off x="0" y="1290122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https://www.atlassian.com/incident-management/on-call/improving-on-call</a:t>
          </a:r>
        </a:p>
      </dsp:txBody>
      <dsp:txXfrm>
        <a:off x="16706" y="1306828"/>
        <a:ext cx="7364084" cy="308813"/>
      </dsp:txXfrm>
    </dsp:sp>
    <dsp:sp modelId="{88ECFD23-9A94-435E-BBC0-802977FDB3F0}">
      <dsp:nvSpPr>
        <dsp:cNvPr id="0" name=""/>
        <dsp:cNvSpPr/>
      </dsp:nvSpPr>
      <dsp:spPr>
        <a:xfrm>
          <a:off x="0" y="1675547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Atlassian.</a:t>
          </a:r>
          <a:r>
            <a:rPr lang="en-US" sz="1500" kern="1200"/>
            <a:t> (2024). </a:t>
          </a:r>
          <a:r>
            <a:rPr lang="en-US" sz="1500" i="1" kern="1200"/>
            <a:t>A manager’s guide to improving on-call.</a:t>
          </a:r>
          <a:r>
            <a:rPr lang="en-US" sz="1500" kern="1200"/>
            <a:t> Atlassian, Inc.</a:t>
          </a:r>
        </a:p>
      </dsp:txBody>
      <dsp:txXfrm>
        <a:off x="16706" y="1692253"/>
        <a:ext cx="7364084" cy="308813"/>
      </dsp:txXfrm>
    </dsp:sp>
    <dsp:sp modelId="{6339E03D-2062-4E98-BACA-BA623FB38DEE}">
      <dsp:nvSpPr>
        <dsp:cNvPr id="0" name=""/>
        <dsp:cNvSpPr/>
      </dsp:nvSpPr>
      <dsp:spPr>
        <a:xfrm>
          <a:off x="0" y="2060972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https://firehydrant.com/blog/best-practices-for-creating-on-call-rotations-and-schedules/</a:t>
          </a:r>
        </a:p>
      </dsp:txBody>
      <dsp:txXfrm>
        <a:off x="16706" y="2077678"/>
        <a:ext cx="7364084" cy="308813"/>
      </dsp:txXfrm>
    </dsp:sp>
    <dsp:sp modelId="{767EDE47-9B99-4AEB-8FE6-6D2C3D33CC9E}">
      <dsp:nvSpPr>
        <dsp:cNvPr id="0" name=""/>
        <dsp:cNvSpPr/>
      </dsp:nvSpPr>
      <dsp:spPr>
        <a:xfrm>
          <a:off x="0" y="2446397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FireHydrant.</a:t>
          </a:r>
          <a:r>
            <a:rPr lang="en-US" sz="1500" kern="1200"/>
            <a:t> (2024). </a:t>
          </a:r>
          <a:r>
            <a:rPr lang="en-US" sz="1500" i="1" kern="1200"/>
            <a:t>Best practices for creating on-call rotations and schedules.</a:t>
          </a:r>
          <a:r>
            <a:rPr lang="en-US" sz="1500" kern="1200"/>
            <a:t> FireHydrant, Inc.</a:t>
          </a:r>
        </a:p>
      </dsp:txBody>
      <dsp:txXfrm>
        <a:off x="16706" y="2463103"/>
        <a:ext cx="7364084" cy="308813"/>
      </dsp:txXfrm>
    </dsp:sp>
    <dsp:sp modelId="{2CD79D24-6763-4566-97A5-2FBE13197A4D}">
      <dsp:nvSpPr>
        <dsp:cNvPr id="0" name=""/>
        <dsp:cNvSpPr/>
      </dsp:nvSpPr>
      <dsp:spPr>
        <a:xfrm>
          <a:off x="0" y="2831822"/>
          <a:ext cx="739749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ChatGPT.</a:t>
          </a:r>
          <a:r>
            <a:rPr lang="en-US" sz="1500" kern="1200"/>
            <a:t> (2025). </a:t>
          </a:r>
          <a:r>
            <a:rPr lang="en-US" sz="1500" i="1" kern="1200"/>
            <a:t>Assistance with citation and formatting.</a:t>
          </a:r>
          <a:r>
            <a:rPr lang="en-US" sz="1500" kern="1200"/>
            <a:t> OpenAI.</a:t>
          </a:r>
        </a:p>
      </dsp:txBody>
      <dsp:txXfrm>
        <a:off x="16706" y="2848528"/>
        <a:ext cx="7364084" cy="308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15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40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0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4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8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3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1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27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5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1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0515" y="643461"/>
            <a:ext cx="5740884" cy="55710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4852" y="4735775"/>
            <a:ext cx="5255248" cy="1245732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Pager Rotation Duties</a:t>
            </a:r>
          </a:p>
        </p:txBody>
      </p:sp>
      <p:sp>
        <p:nvSpPr>
          <p:cNvPr id="12" name="Freeform 18">
            <a:extLst>
              <a:ext uri="{FF2B5EF4-FFF2-40B4-BE49-F238E27FC236}">
                <a16:creationId xmlns:a16="http://schemas.microsoft.com/office/drawing/2014/main" id="{A24A153C-9BEC-46E7-9AA4-DFC65A2B1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23434" y="2290355"/>
            <a:ext cx="5571069" cy="2277283"/>
          </a:xfrm>
          <a:custGeom>
            <a:avLst/>
            <a:gdLst>
              <a:gd name="connsiteX0" fmla="*/ 5215514 w 5851096"/>
              <a:gd name="connsiteY0" fmla="*/ 659222 h 3089525"/>
              <a:gd name="connsiteX1" fmla="*/ 5783878 w 5851096"/>
              <a:gd name="connsiteY1" fmla="*/ 1223782 h 3089525"/>
              <a:gd name="connsiteX2" fmla="*/ 5215514 w 5851096"/>
              <a:gd name="connsiteY2" fmla="*/ 659222 h 3089525"/>
              <a:gd name="connsiteX3" fmla="*/ 5215514 w 5851096"/>
              <a:gd name="connsiteY3" fmla="*/ 2417442 h 3089525"/>
              <a:gd name="connsiteX4" fmla="*/ 5783878 w 5851096"/>
              <a:gd name="connsiteY4" fmla="*/ 2982001 h 3089525"/>
              <a:gd name="connsiteX5" fmla="*/ 5215514 w 5851096"/>
              <a:gd name="connsiteY5" fmla="*/ 2417442 h 3089525"/>
              <a:gd name="connsiteX6" fmla="*/ 5215512 w 5851096"/>
              <a:gd name="connsiteY6" fmla="*/ 2107862 h 3089525"/>
              <a:gd name="connsiteX7" fmla="*/ 5783876 w 5851096"/>
              <a:gd name="connsiteY7" fmla="*/ 1547735 h 3089525"/>
              <a:gd name="connsiteX8" fmla="*/ 5215512 w 5851096"/>
              <a:gd name="connsiteY8" fmla="*/ 2107862 h 3089525"/>
              <a:gd name="connsiteX9" fmla="*/ 5065535 w 5851096"/>
              <a:gd name="connsiteY9" fmla="*/ 521483 h 3089525"/>
              <a:gd name="connsiteX10" fmla="*/ 5066157 w 5851096"/>
              <a:gd name="connsiteY10" fmla="*/ 509629 h 3089525"/>
              <a:gd name="connsiteX11" fmla="*/ 5066678 w 5851096"/>
              <a:gd name="connsiteY11" fmla="*/ 509663 h 3089525"/>
              <a:gd name="connsiteX12" fmla="*/ 5066705 w 5851096"/>
              <a:gd name="connsiteY12" fmla="*/ 509151 h 3089525"/>
              <a:gd name="connsiteX13" fmla="*/ 5084580 w 5851096"/>
              <a:gd name="connsiteY13" fmla="*/ 510833 h 3089525"/>
              <a:gd name="connsiteX14" fmla="*/ 5184444 w 5851096"/>
              <a:gd name="connsiteY14" fmla="*/ 520226 h 3089525"/>
              <a:gd name="connsiteX15" fmla="*/ 5201405 w 5851096"/>
              <a:gd name="connsiteY15" fmla="*/ 521820 h 3089525"/>
              <a:gd name="connsiteX16" fmla="*/ 5201527 w 5851096"/>
              <a:gd name="connsiteY16" fmla="*/ 523010 h 3089525"/>
              <a:gd name="connsiteX17" fmla="*/ 5841311 w 5851096"/>
              <a:gd name="connsiteY17" fmla="*/ 983324 h 3089525"/>
              <a:gd name="connsiteX18" fmla="*/ 5851096 w 5851096"/>
              <a:gd name="connsiteY18" fmla="*/ 1006985 h 3089525"/>
              <a:gd name="connsiteX19" fmla="*/ 5851096 w 5851096"/>
              <a:gd name="connsiteY19" fmla="*/ 1366179 h 3089525"/>
              <a:gd name="connsiteX20" fmla="*/ 5814952 w 5851096"/>
              <a:gd name="connsiteY20" fmla="*/ 1362779 h 3089525"/>
              <a:gd name="connsiteX21" fmla="*/ 5797987 w 5851096"/>
              <a:gd name="connsiteY21" fmla="*/ 1361184 h 3089525"/>
              <a:gd name="connsiteX22" fmla="*/ 5797866 w 5851096"/>
              <a:gd name="connsiteY22" fmla="*/ 1359994 h 3089525"/>
              <a:gd name="connsiteX23" fmla="*/ 5075873 w 5851096"/>
              <a:gd name="connsiteY23" fmla="*/ 641878 h 3089525"/>
              <a:gd name="connsiteX24" fmla="*/ 5075344 w 5851096"/>
              <a:gd name="connsiteY24" fmla="*/ 641812 h 3089525"/>
              <a:gd name="connsiteX25" fmla="*/ 5074781 w 5851096"/>
              <a:gd name="connsiteY25" fmla="*/ 634895 h 3089525"/>
              <a:gd name="connsiteX26" fmla="*/ 5066970 w 5851096"/>
              <a:gd name="connsiteY26" fmla="*/ 539073 h 3089525"/>
              <a:gd name="connsiteX27" fmla="*/ 5065535 w 5851096"/>
              <a:gd name="connsiteY27" fmla="*/ 521483 h 3089525"/>
              <a:gd name="connsiteX28" fmla="*/ 5065535 w 5851096"/>
              <a:gd name="connsiteY28" fmla="*/ 2279702 h 3089525"/>
              <a:gd name="connsiteX29" fmla="*/ 5066157 w 5851096"/>
              <a:gd name="connsiteY29" fmla="*/ 2267848 h 3089525"/>
              <a:gd name="connsiteX30" fmla="*/ 5066678 w 5851096"/>
              <a:gd name="connsiteY30" fmla="*/ 2267882 h 3089525"/>
              <a:gd name="connsiteX31" fmla="*/ 5066705 w 5851096"/>
              <a:gd name="connsiteY31" fmla="*/ 2267371 h 3089525"/>
              <a:gd name="connsiteX32" fmla="*/ 5084580 w 5851096"/>
              <a:gd name="connsiteY32" fmla="*/ 2269052 h 3089525"/>
              <a:gd name="connsiteX33" fmla="*/ 5184444 w 5851096"/>
              <a:gd name="connsiteY33" fmla="*/ 2278445 h 3089525"/>
              <a:gd name="connsiteX34" fmla="*/ 5201405 w 5851096"/>
              <a:gd name="connsiteY34" fmla="*/ 2280040 h 3089525"/>
              <a:gd name="connsiteX35" fmla="*/ 5201527 w 5851096"/>
              <a:gd name="connsiteY35" fmla="*/ 2281230 h 3089525"/>
              <a:gd name="connsiteX36" fmla="*/ 5841311 w 5851096"/>
              <a:gd name="connsiteY36" fmla="*/ 2741544 h 3089525"/>
              <a:gd name="connsiteX37" fmla="*/ 5851096 w 5851096"/>
              <a:gd name="connsiteY37" fmla="*/ 2765204 h 3089525"/>
              <a:gd name="connsiteX38" fmla="*/ 5851096 w 5851096"/>
              <a:gd name="connsiteY38" fmla="*/ 3089525 h 3089525"/>
              <a:gd name="connsiteX39" fmla="*/ 5680952 w 5851096"/>
              <a:gd name="connsiteY39" fmla="*/ 3089525 h 3089525"/>
              <a:gd name="connsiteX40" fmla="*/ 5661219 w 5851096"/>
              <a:gd name="connsiteY40" fmla="*/ 3084683 h 3089525"/>
              <a:gd name="connsiteX41" fmla="*/ 5075873 w 5851096"/>
              <a:gd name="connsiteY41" fmla="*/ 2400097 h 3089525"/>
              <a:gd name="connsiteX42" fmla="*/ 5075344 w 5851096"/>
              <a:gd name="connsiteY42" fmla="*/ 2400032 h 3089525"/>
              <a:gd name="connsiteX43" fmla="*/ 5074781 w 5851096"/>
              <a:gd name="connsiteY43" fmla="*/ 2393114 h 3089525"/>
              <a:gd name="connsiteX44" fmla="*/ 5066970 w 5851096"/>
              <a:gd name="connsiteY44" fmla="*/ 2297292 h 3089525"/>
              <a:gd name="connsiteX45" fmla="*/ 5065535 w 5851096"/>
              <a:gd name="connsiteY45" fmla="*/ 2279702 h 3089525"/>
              <a:gd name="connsiteX46" fmla="*/ 5065533 w 5851096"/>
              <a:gd name="connsiteY46" fmla="*/ 486299 h 3089525"/>
              <a:gd name="connsiteX47" fmla="*/ 5066968 w 5851096"/>
              <a:gd name="connsiteY47" fmla="*/ 468842 h 3089525"/>
              <a:gd name="connsiteX48" fmla="*/ 5074776 w 5851096"/>
              <a:gd name="connsiteY48" fmla="*/ 373792 h 3089525"/>
              <a:gd name="connsiteX49" fmla="*/ 5075341 w 5851096"/>
              <a:gd name="connsiteY49" fmla="*/ 366915 h 3089525"/>
              <a:gd name="connsiteX50" fmla="*/ 5075869 w 5851096"/>
              <a:gd name="connsiteY50" fmla="*/ 366850 h 3089525"/>
              <a:gd name="connsiteX51" fmla="*/ 5163966 w 5851096"/>
              <a:gd name="connsiteY51" fmla="*/ 100280 h 3089525"/>
              <a:gd name="connsiteX52" fmla="*/ 5229488 w 5851096"/>
              <a:gd name="connsiteY52" fmla="*/ 0 h 3089525"/>
              <a:gd name="connsiteX53" fmla="*/ 5405629 w 5851096"/>
              <a:gd name="connsiteY53" fmla="*/ 0 h 3089525"/>
              <a:gd name="connsiteX54" fmla="*/ 5334254 w 5851096"/>
              <a:gd name="connsiteY54" fmla="*/ 79433 h 3089525"/>
              <a:gd name="connsiteX55" fmla="*/ 5215512 w 5851096"/>
              <a:gd name="connsiteY55" fmla="*/ 349642 h 3089525"/>
              <a:gd name="connsiteX56" fmla="*/ 5674730 w 5851096"/>
              <a:gd name="connsiteY56" fmla="*/ 45955 h 3089525"/>
              <a:gd name="connsiteX57" fmla="*/ 5697983 w 5851096"/>
              <a:gd name="connsiteY57" fmla="*/ 0 h 3089525"/>
              <a:gd name="connsiteX58" fmla="*/ 5851096 w 5851096"/>
              <a:gd name="connsiteY58" fmla="*/ 0 h 3089525"/>
              <a:gd name="connsiteX59" fmla="*/ 5851096 w 5851096"/>
              <a:gd name="connsiteY59" fmla="*/ 4349 h 3089525"/>
              <a:gd name="connsiteX60" fmla="*/ 5799246 w 5851096"/>
              <a:gd name="connsiteY60" fmla="*/ 99096 h 3089525"/>
              <a:gd name="connsiteX61" fmla="*/ 5201524 w 5851096"/>
              <a:gd name="connsiteY61" fmla="*/ 484784 h 3089525"/>
              <a:gd name="connsiteX62" fmla="*/ 5201403 w 5851096"/>
              <a:gd name="connsiteY62" fmla="*/ 485964 h 3089525"/>
              <a:gd name="connsiteX63" fmla="*/ 5184438 w 5851096"/>
              <a:gd name="connsiteY63" fmla="*/ 487548 h 3089525"/>
              <a:gd name="connsiteX64" fmla="*/ 5084610 w 5851096"/>
              <a:gd name="connsiteY64" fmla="*/ 496864 h 3089525"/>
              <a:gd name="connsiteX65" fmla="*/ 5066703 w 5851096"/>
              <a:gd name="connsiteY65" fmla="*/ 498535 h 3089525"/>
              <a:gd name="connsiteX66" fmla="*/ 5066676 w 5851096"/>
              <a:gd name="connsiteY66" fmla="*/ 498027 h 3089525"/>
              <a:gd name="connsiteX67" fmla="*/ 5066154 w 5851096"/>
              <a:gd name="connsiteY67" fmla="*/ 498061 h 3089525"/>
              <a:gd name="connsiteX68" fmla="*/ 5065533 w 5851096"/>
              <a:gd name="connsiteY68" fmla="*/ 486299 h 3089525"/>
              <a:gd name="connsiteX69" fmla="*/ 5065533 w 5851096"/>
              <a:gd name="connsiteY69" fmla="*/ 2244520 h 3089525"/>
              <a:gd name="connsiteX70" fmla="*/ 5066968 w 5851096"/>
              <a:gd name="connsiteY70" fmla="*/ 2227062 h 3089525"/>
              <a:gd name="connsiteX71" fmla="*/ 5074776 w 5851096"/>
              <a:gd name="connsiteY71" fmla="*/ 2132012 h 3089525"/>
              <a:gd name="connsiteX72" fmla="*/ 5075341 w 5851096"/>
              <a:gd name="connsiteY72" fmla="*/ 2125135 h 3089525"/>
              <a:gd name="connsiteX73" fmla="*/ 5075869 w 5851096"/>
              <a:gd name="connsiteY73" fmla="*/ 2125070 h 3089525"/>
              <a:gd name="connsiteX74" fmla="*/ 5797863 w 5851096"/>
              <a:gd name="connsiteY74" fmla="*/ 1412593 h 3089525"/>
              <a:gd name="connsiteX75" fmla="*/ 5797985 w 5851096"/>
              <a:gd name="connsiteY75" fmla="*/ 1411413 h 3089525"/>
              <a:gd name="connsiteX76" fmla="*/ 5814946 w 5851096"/>
              <a:gd name="connsiteY76" fmla="*/ 1409830 h 3089525"/>
              <a:gd name="connsiteX77" fmla="*/ 5851096 w 5851096"/>
              <a:gd name="connsiteY77" fmla="*/ 1406457 h 3089525"/>
              <a:gd name="connsiteX78" fmla="*/ 5851096 w 5851096"/>
              <a:gd name="connsiteY78" fmla="*/ 1762823 h 3089525"/>
              <a:gd name="connsiteX79" fmla="*/ 5841309 w 5851096"/>
              <a:gd name="connsiteY79" fmla="*/ 1786304 h 3089525"/>
              <a:gd name="connsiteX80" fmla="*/ 5201524 w 5851096"/>
              <a:gd name="connsiteY80" fmla="*/ 2243004 h 3089525"/>
              <a:gd name="connsiteX81" fmla="*/ 5201403 w 5851096"/>
              <a:gd name="connsiteY81" fmla="*/ 2244184 h 3089525"/>
              <a:gd name="connsiteX82" fmla="*/ 5184438 w 5851096"/>
              <a:gd name="connsiteY82" fmla="*/ 2245767 h 3089525"/>
              <a:gd name="connsiteX83" fmla="*/ 5084610 w 5851096"/>
              <a:gd name="connsiteY83" fmla="*/ 2255084 h 3089525"/>
              <a:gd name="connsiteX84" fmla="*/ 5066703 w 5851096"/>
              <a:gd name="connsiteY84" fmla="*/ 2256755 h 3089525"/>
              <a:gd name="connsiteX85" fmla="*/ 5066676 w 5851096"/>
              <a:gd name="connsiteY85" fmla="*/ 2256246 h 3089525"/>
              <a:gd name="connsiteX86" fmla="*/ 5066154 w 5851096"/>
              <a:gd name="connsiteY86" fmla="*/ 2256280 h 3089525"/>
              <a:gd name="connsiteX87" fmla="*/ 5065533 w 5851096"/>
              <a:gd name="connsiteY87" fmla="*/ 2244520 h 3089525"/>
              <a:gd name="connsiteX88" fmla="*/ 4325732 w 5851096"/>
              <a:gd name="connsiteY88" fmla="*/ 1223782 h 3089525"/>
              <a:gd name="connsiteX89" fmla="*/ 4894096 w 5851096"/>
              <a:gd name="connsiteY89" fmla="*/ 659222 h 3089525"/>
              <a:gd name="connsiteX90" fmla="*/ 4325732 w 5851096"/>
              <a:gd name="connsiteY90" fmla="*/ 1223782 h 3089525"/>
              <a:gd name="connsiteX91" fmla="*/ 4325732 w 5851096"/>
              <a:gd name="connsiteY91" fmla="*/ 1547735 h 3089525"/>
              <a:gd name="connsiteX92" fmla="*/ 4894096 w 5851096"/>
              <a:gd name="connsiteY92" fmla="*/ 2107862 h 3089525"/>
              <a:gd name="connsiteX93" fmla="*/ 4325732 w 5851096"/>
              <a:gd name="connsiteY93" fmla="*/ 1547735 h 3089525"/>
              <a:gd name="connsiteX94" fmla="*/ 4325732 w 5851096"/>
              <a:gd name="connsiteY94" fmla="*/ 2982001 h 3089525"/>
              <a:gd name="connsiteX95" fmla="*/ 4894096 w 5851096"/>
              <a:gd name="connsiteY95" fmla="*/ 2417442 h 3089525"/>
              <a:gd name="connsiteX96" fmla="*/ 4325732 w 5851096"/>
              <a:gd name="connsiteY96" fmla="*/ 2982001 h 3089525"/>
              <a:gd name="connsiteX97" fmla="*/ 4256134 w 5851096"/>
              <a:gd name="connsiteY97" fmla="*/ 0 h 3089525"/>
              <a:gd name="connsiteX98" fmla="*/ 4411625 w 5851096"/>
              <a:gd name="connsiteY98" fmla="*/ 0 h 3089525"/>
              <a:gd name="connsiteX99" fmla="*/ 4434878 w 5851096"/>
              <a:gd name="connsiteY99" fmla="*/ 45955 h 3089525"/>
              <a:gd name="connsiteX100" fmla="*/ 4894096 w 5851096"/>
              <a:gd name="connsiteY100" fmla="*/ 349642 h 3089525"/>
              <a:gd name="connsiteX101" fmla="*/ 4775353 w 5851096"/>
              <a:gd name="connsiteY101" fmla="*/ 79433 h 3089525"/>
              <a:gd name="connsiteX102" fmla="*/ 4703980 w 5851096"/>
              <a:gd name="connsiteY102" fmla="*/ 0 h 3089525"/>
              <a:gd name="connsiteX103" fmla="*/ 4880119 w 5851096"/>
              <a:gd name="connsiteY103" fmla="*/ 0 h 3089525"/>
              <a:gd name="connsiteX104" fmla="*/ 4945641 w 5851096"/>
              <a:gd name="connsiteY104" fmla="*/ 100280 h 3089525"/>
              <a:gd name="connsiteX105" fmla="*/ 5033738 w 5851096"/>
              <a:gd name="connsiteY105" fmla="*/ 366850 h 3089525"/>
              <a:gd name="connsiteX106" fmla="*/ 5034267 w 5851096"/>
              <a:gd name="connsiteY106" fmla="*/ 366915 h 3089525"/>
              <a:gd name="connsiteX107" fmla="*/ 5034832 w 5851096"/>
              <a:gd name="connsiteY107" fmla="*/ 373792 h 3089525"/>
              <a:gd name="connsiteX108" fmla="*/ 5042640 w 5851096"/>
              <a:gd name="connsiteY108" fmla="*/ 468842 h 3089525"/>
              <a:gd name="connsiteX109" fmla="*/ 5044074 w 5851096"/>
              <a:gd name="connsiteY109" fmla="*/ 486299 h 3089525"/>
              <a:gd name="connsiteX110" fmla="*/ 5043454 w 5851096"/>
              <a:gd name="connsiteY110" fmla="*/ 498061 h 3089525"/>
              <a:gd name="connsiteX111" fmla="*/ 5042932 w 5851096"/>
              <a:gd name="connsiteY111" fmla="*/ 498027 h 3089525"/>
              <a:gd name="connsiteX112" fmla="*/ 5042905 w 5851096"/>
              <a:gd name="connsiteY112" fmla="*/ 498535 h 3089525"/>
              <a:gd name="connsiteX113" fmla="*/ 5024997 w 5851096"/>
              <a:gd name="connsiteY113" fmla="*/ 496864 h 3089525"/>
              <a:gd name="connsiteX114" fmla="*/ 4925170 w 5851096"/>
              <a:gd name="connsiteY114" fmla="*/ 487548 h 3089525"/>
              <a:gd name="connsiteX115" fmla="*/ 4908205 w 5851096"/>
              <a:gd name="connsiteY115" fmla="*/ 485964 h 3089525"/>
              <a:gd name="connsiteX116" fmla="*/ 4908084 w 5851096"/>
              <a:gd name="connsiteY116" fmla="*/ 484784 h 3089525"/>
              <a:gd name="connsiteX117" fmla="*/ 4310363 w 5851096"/>
              <a:gd name="connsiteY117" fmla="*/ 99096 h 3089525"/>
              <a:gd name="connsiteX118" fmla="*/ 4178216 w 5851096"/>
              <a:gd name="connsiteY118" fmla="*/ 3089525 h 3089525"/>
              <a:gd name="connsiteX119" fmla="*/ 4184996 w 5851096"/>
              <a:gd name="connsiteY119" fmla="*/ 3006343 h 3089525"/>
              <a:gd name="connsiteX120" fmla="*/ 4185561 w 5851096"/>
              <a:gd name="connsiteY120" fmla="*/ 2999411 h 3089525"/>
              <a:gd name="connsiteX121" fmla="*/ 4186090 w 5851096"/>
              <a:gd name="connsiteY121" fmla="*/ 2999346 h 3089525"/>
              <a:gd name="connsiteX122" fmla="*/ 4908083 w 5851096"/>
              <a:gd name="connsiteY122" fmla="*/ 2281230 h 3089525"/>
              <a:gd name="connsiteX123" fmla="*/ 4908205 w 5851096"/>
              <a:gd name="connsiteY123" fmla="*/ 2280040 h 3089525"/>
              <a:gd name="connsiteX124" fmla="*/ 4925166 w 5851096"/>
              <a:gd name="connsiteY124" fmla="*/ 2278445 h 3089525"/>
              <a:gd name="connsiteX125" fmla="*/ 5025030 w 5851096"/>
              <a:gd name="connsiteY125" fmla="*/ 2269052 h 3089525"/>
              <a:gd name="connsiteX126" fmla="*/ 5042905 w 5851096"/>
              <a:gd name="connsiteY126" fmla="*/ 2267371 h 3089525"/>
              <a:gd name="connsiteX127" fmla="*/ 5042932 w 5851096"/>
              <a:gd name="connsiteY127" fmla="*/ 2267882 h 3089525"/>
              <a:gd name="connsiteX128" fmla="*/ 5043453 w 5851096"/>
              <a:gd name="connsiteY128" fmla="*/ 2267848 h 3089525"/>
              <a:gd name="connsiteX129" fmla="*/ 5044074 w 5851096"/>
              <a:gd name="connsiteY129" fmla="*/ 2279702 h 3089525"/>
              <a:gd name="connsiteX130" fmla="*/ 5042640 w 5851096"/>
              <a:gd name="connsiteY130" fmla="*/ 2297292 h 3089525"/>
              <a:gd name="connsiteX131" fmla="*/ 5034829 w 5851096"/>
              <a:gd name="connsiteY131" fmla="*/ 2393114 h 3089525"/>
              <a:gd name="connsiteX132" fmla="*/ 5034266 w 5851096"/>
              <a:gd name="connsiteY132" fmla="*/ 2400032 h 3089525"/>
              <a:gd name="connsiteX133" fmla="*/ 5033737 w 5851096"/>
              <a:gd name="connsiteY133" fmla="*/ 2400097 h 3089525"/>
              <a:gd name="connsiteX134" fmla="*/ 4448391 w 5851096"/>
              <a:gd name="connsiteY134" fmla="*/ 3084683 h 3089525"/>
              <a:gd name="connsiteX135" fmla="*/ 4428658 w 5851096"/>
              <a:gd name="connsiteY135" fmla="*/ 3089525 h 3089525"/>
              <a:gd name="connsiteX136" fmla="*/ 4175753 w 5851096"/>
              <a:gd name="connsiteY136" fmla="*/ 1361522 h 3089525"/>
              <a:gd name="connsiteX137" fmla="*/ 4177187 w 5851096"/>
              <a:gd name="connsiteY137" fmla="*/ 1343926 h 3089525"/>
              <a:gd name="connsiteX138" fmla="*/ 4184996 w 5851096"/>
              <a:gd name="connsiteY138" fmla="*/ 1248124 h 3089525"/>
              <a:gd name="connsiteX139" fmla="*/ 4185561 w 5851096"/>
              <a:gd name="connsiteY139" fmla="*/ 1241192 h 3089525"/>
              <a:gd name="connsiteX140" fmla="*/ 4186090 w 5851096"/>
              <a:gd name="connsiteY140" fmla="*/ 1241127 h 3089525"/>
              <a:gd name="connsiteX141" fmla="*/ 4908083 w 5851096"/>
              <a:gd name="connsiteY141" fmla="*/ 523010 h 3089525"/>
              <a:gd name="connsiteX142" fmla="*/ 4908205 w 5851096"/>
              <a:gd name="connsiteY142" fmla="*/ 521820 h 3089525"/>
              <a:gd name="connsiteX143" fmla="*/ 4925166 w 5851096"/>
              <a:gd name="connsiteY143" fmla="*/ 520226 h 3089525"/>
              <a:gd name="connsiteX144" fmla="*/ 5025030 w 5851096"/>
              <a:gd name="connsiteY144" fmla="*/ 510833 h 3089525"/>
              <a:gd name="connsiteX145" fmla="*/ 5042905 w 5851096"/>
              <a:gd name="connsiteY145" fmla="*/ 509151 h 3089525"/>
              <a:gd name="connsiteX146" fmla="*/ 5042932 w 5851096"/>
              <a:gd name="connsiteY146" fmla="*/ 509663 h 3089525"/>
              <a:gd name="connsiteX147" fmla="*/ 5043453 w 5851096"/>
              <a:gd name="connsiteY147" fmla="*/ 509629 h 3089525"/>
              <a:gd name="connsiteX148" fmla="*/ 5044074 w 5851096"/>
              <a:gd name="connsiteY148" fmla="*/ 521483 h 3089525"/>
              <a:gd name="connsiteX149" fmla="*/ 5042640 w 5851096"/>
              <a:gd name="connsiteY149" fmla="*/ 539073 h 3089525"/>
              <a:gd name="connsiteX150" fmla="*/ 5034829 w 5851096"/>
              <a:gd name="connsiteY150" fmla="*/ 634895 h 3089525"/>
              <a:gd name="connsiteX151" fmla="*/ 5034266 w 5851096"/>
              <a:gd name="connsiteY151" fmla="*/ 641812 h 3089525"/>
              <a:gd name="connsiteX152" fmla="*/ 5033737 w 5851096"/>
              <a:gd name="connsiteY152" fmla="*/ 641878 h 3089525"/>
              <a:gd name="connsiteX153" fmla="*/ 4311744 w 5851096"/>
              <a:gd name="connsiteY153" fmla="*/ 1359994 h 3089525"/>
              <a:gd name="connsiteX154" fmla="*/ 4311623 w 5851096"/>
              <a:gd name="connsiteY154" fmla="*/ 1361184 h 3089525"/>
              <a:gd name="connsiteX155" fmla="*/ 4294658 w 5851096"/>
              <a:gd name="connsiteY155" fmla="*/ 1362780 h 3089525"/>
              <a:gd name="connsiteX156" fmla="*/ 4194831 w 5851096"/>
              <a:gd name="connsiteY156" fmla="*/ 1372169 h 3089525"/>
              <a:gd name="connsiteX157" fmla="*/ 4176923 w 5851096"/>
              <a:gd name="connsiteY157" fmla="*/ 1373854 h 3089525"/>
              <a:gd name="connsiteX158" fmla="*/ 4176896 w 5851096"/>
              <a:gd name="connsiteY158" fmla="*/ 1373341 h 3089525"/>
              <a:gd name="connsiteX159" fmla="*/ 4176374 w 5851096"/>
              <a:gd name="connsiteY159" fmla="*/ 1373376 h 3089525"/>
              <a:gd name="connsiteX160" fmla="*/ 4175753 w 5851096"/>
              <a:gd name="connsiteY160" fmla="*/ 1361522 h 3089525"/>
              <a:gd name="connsiteX161" fmla="*/ 4175753 w 5851096"/>
              <a:gd name="connsiteY161" fmla="*/ 1411078 h 3089525"/>
              <a:gd name="connsiteX162" fmla="*/ 4176375 w 5851096"/>
              <a:gd name="connsiteY162" fmla="*/ 1399317 h 3089525"/>
              <a:gd name="connsiteX163" fmla="*/ 4176896 w 5851096"/>
              <a:gd name="connsiteY163" fmla="*/ 1399351 h 3089525"/>
              <a:gd name="connsiteX164" fmla="*/ 4176923 w 5851096"/>
              <a:gd name="connsiteY164" fmla="*/ 1398843 h 3089525"/>
              <a:gd name="connsiteX165" fmla="*/ 4194799 w 5851096"/>
              <a:gd name="connsiteY165" fmla="*/ 1400511 h 3089525"/>
              <a:gd name="connsiteX166" fmla="*/ 4294662 w 5851096"/>
              <a:gd name="connsiteY166" fmla="*/ 1409831 h 3089525"/>
              <a:gd name="connsiteX167" fmla="*/ 4311623 w 5851096"/>
              <a:gd name="connsiteY167" fmla="*/ 1411413 h 3089525"/>
              <a:gd name="connsiteX168" fmla="*/ 4311745 w 5851096"/>
              <a:gd name="connsiteY168" fmla="*/ 1412593 h 3089525"/>
              <a:gd name="connsiteX169" fmla="*/ 5033738 w 5851096"/>
              <a:gd name="connsiteY169" fmla="*/ 2125070 h 3089525"/>
              <a:gd name="connsiteX170" fmla="*/ 5034267 w 5851096"/>
              <a:gd name="connsiteY170" fmla="*/ 2125135 h 3089525"/>
              <a:gd name="connsiteX171" fmla="*/ 5034832 w 5851096"/>
              <a:gd name="connsiteY171" fmla="*/ 2132012 h 3089525"/>
              <a:gd name="connsiteX172" fmla="*/ 5042640 w 5851096"/>
              <a:gd name="connsiteY172" fmla="*/ 2227062 h 3089525"/>
              <a:gd name="connsiteX173" fmla="*/ 5044074 w 5851096"/>
              <a:gd name="connsiteY173" fmla="*/ 2244520 h 3089525"/>
              <a:gd name="connsiteX174" fmla="*/ 5043454 w 5851096"/>
              <a:gd name="connsiteY174" fmla="*/ 2256280 h 3089525"/>
              <a:gd name="connsiteX175" fmla="*/ 5042932 w 5851096"/>
              <a:gd name="connsiteY175" fmla="*/ 2256246 h 3089525"/>
              <a:gd name="connsiteX176" fmla="*/ 5042905 w 5851096"/>
              <a:gd name="connsiteY176" fmla="*/ 2256755 h 3089525"/>
              <a:gd name="connsiteX177" fmla="*/ 5024997 w 5851096"/>
              <a:gd name="connsiteY177" fmla="*/ 2255084 h 3089525"/>
              <a:gd name="connsiteX178" fmla="*/ 4925170 w 5851096"/>
              <a:gd name="connsiteY178" fmla="*/ 2245767 h 3089525"/>
              <a:gd name="connsiteX179" fmla="*/ 4908205 w 5851096"/>
              <a:gd name="connsiteY179" fmla="*/ 2244184 h 3089525"/>
              <a:gd name="connsiteX180" fmla="*/ 4908084 w 5851096"/>
              <a:gd name="connsiteY180" fmla="*/ 2243004 h 3089525"/>
              <a:gd name="connsiteX181" fmla="*/ 4186091 w 5851096"/>
              <a:gd name="connsiteY181" fmla="*/ 1530527 h 3089525"/>
              <a:gd name="connsiteX182" fmla="*/ 4185562 w 5851096"/>
              <a:gd name="connsiteY182" fmla="*/ 1530463 h 3089525"/>
              <a:gd name="connsiteX183" fmla="*/ 4184999 w 5851096"/>
              <a:gd name="connsiteY183" fmla="*/ 1523599 h 3089525"/>
              <a:gd name="connsiteX184" fmla="*/ 4177187 w 5851096"/>
              <a:gd name="connsiteY184" fmla="*/ 1428529 h 3089525"/>
              <a:gd name="connsiteX185" fmla="*/ 4175753 w 5851096"/>
              <a:gd name="connsiteY185" fmla="*/ 1411078 h 3089525"/>
              <a:gd name="connsiteX186" fmla="*/ 3445328 w 5851096"/>
              <a:gd name="connsiteY186" fmla="*/ 659222 h 3089525"/>
              <a:gd name="connsiteX187" fmla="*/ 4013692 w 5851096"/>
              <a:gd name="connsiteY187" fmla="*/ 1223782 h 3089525"/>
              <a:gd name="connsiteX188" fmla="*/ 3445328 w 5851096"/>
              <a:gd name="connsiteY188" fmla="*/ 659222 h 3089525"/>
              <a:gd name="connsiteX189" fmla="*/ 3445328 w 5851096"/>
              <a:gd name="connsiteY189" fmla="*/ 2417442 h 3089525"/>
              <a:gd name="connsiteX190" fmla="*/ 4013692 w 5851096"/>
              <a:gd name="connsiteY190" fmla="*/ 2982001 h 3089525"/>
              <a:gd name="connsiteX191" fmla="*/ 3445328 w 5851096"/>
              <a:gd name="connsiteY191" fmla="*/ 2417442 h 3089525"/>
              <a:gd name="connsiteX192" fmla="*/ 3445326 w 5851096"/>
              <a:gd name="connsiteY192" fmla="*/ 2107862 h 3089525"/>
              <a:gd name="connsiteX193" fmla="*/ 4013690 w 5851096"/>
              <a:gd name="connsiteY193" fmla="*/ 1547735 h 3089525"/>
              <a:gd name="connsiteX194" fmla="*/ 3445326 w 5851096"/>
              <a:gd name="connsiteY194" fmla="*/ 2107862 h 3089525"/>
              <a:gd name="connsiteX195" fmla="*/ 3295350 w 5851096"/>
              <a:gd name="connsiteY195" fmla="*/ 521483 h 3089525"/>
              <a:gd name="connsiteX196" fmla="*/ 3295971 w 5851096"/>
              <a:gd name="connsiteY196" fmla="*/ 509629 h 3089525"/>
              <a:gd name="connsiteX197" fmla="*/ 3296492 w 5851096"/>
              <a:gd name="connsiteY197" fmla="*/ 509663 h 3089525"/>
              <a:gd name="connsiteX198" fmla="*/ 3296519 w 5851096"/>
              <a:gd name="connsiteY198" fmla="*/ 509151 h 3089525"/>
              <a:gd name="connsiteX199" fmla="*/ 3314395 w 5851096"/>
              <a:gd name="connsiteY199" fmla="*/ 510833 h 3089525"/>
              <a:gd name="connsiteX200" fmla="*/ 3414258 w 5851096"/>
              <a:gd name="connsiteY200" fmla="*/ 520226 h 3089525"/>
              <a:gd name="connsiteX201" fmla="*/ 3431219 w 5851096"/>
              <a:gd name="connsiteY201" fmla="*/ 521820 h 3089525"/>
              <a:gd name="connsiteX202" fmla="*/ 3431341 w 5851096"/>
              <a:gd name="connsiteY202" fmla="*/ 523010 h 3089525"/>
              <a:gd name="connsiteX203" fmla="*/ 4153335 w 5851096"/>
              <a:gd name="connsiteY203" fmla="*/ 1241127 h 3089525"/>
              <a:gd name="connsiteX204" fmla="*/ 4153863 w 5851096"/>
              <a:gd name="connsiteY204" fmla="*/ 1241192 h 3089525"/>
              <a:gd name="connsiteX205" fmla="*/ 4154429 w 5851096"/>
              <a:gd name="connsiteY205" fmla="*/ 1248124 h 3089525"/>
              <a:gd name="connsiteX206" fmla="*/ 4162237 w 5851096"/>
              <a:gd name="connsiteY206" fmla="*/ 1343926 h 3089525"/>
              <a:gd name="connsiteX207" fmla="*/ 4163671 w 5851096"/>
              <a:gd name="connsiteY207" fmla="*/ 1361522 h 3089525"/>
              <a:gd name="connsiteX208" fmla="*/ 4163050 w 5851096"/>
              <a:gd name="connsiteY208" fmla="*/ 1373376 h 3089525"/>
              <a:gd name="connsiteX209" fmla="*/ 4162528 w 5851096"/>
              <a:gd name="connsiteY209" fmla="*/ 1373341 h 3089525"/>
              <a:gd name="connsiteX210" fmla="*/ 4162501 w 5851096"/>
              <a:gd name="connsiteY210" fmla="*/ 1373854 h 3089525"/>
              <a:gd name="connsiteX211" fmla="*/ 4144594 w 5851096"/>
              <a:gd name="connsiteY211" fmla="*/ 1372169 h 3089525"/>
              <a:gd name="connsiteX212" fmla="*/ 4044766 w 5851096"/>
              <a:gd name="connsiteY212" fmla="*/ 1362780 h 3089525"/>
              <a:gd name="connsiteX213" fmla="*/ 4027802 w 5851096"/>
              <a:gd name="connsiteY213" fmla="*/ 1361184 h 3089525"/>
              <a:gd name="connsiteX214" fmla="*/ 4027681 w 5851096"/>
              <a:gd name="connsiteY214" fmla="*/ 1359994 h 3089525"/>
              <a:gd name="connsiteX215" fmla="*/ 3305687 w 5851096"/>
              <a:gd name="connsiteY215" fmla="*/ 641878 h 3089525"/>
              <a:gd name="connsiteX216" fmla="*/ 3305158 w 5851096"/>
              <a:gd name="connsiteY216" fmla="*/ 641812 h 3089525"/>
              <a:gd name="connsiteX217" fmla="*/ 3304595 w 5851096"/>
              <a:gd name="connsiteY217" fmla="*/ 634895 h 3089525"/>
              <a:gd name="connsiteX218" fmla="*/ 3296784 w 5851096"/>
              <a:gd name="connsiteY218" fmla="*/ 539073 h 3089525"/>
              <a:gd name="connsiteX219" fmla="*/ 3295350 w 5851096"/>
              <a:gd name="connsiteY219" fmla="*/ 521483 h 3089525"/>
              <a:gd name="connsiteX220" fmla="*/ 3295350 w 5851096"/>
              <a:gd name="connsiteY220" fmla="*/ 2279702 h 3089525"/>
              <a:gd name="connsiteX221" fmla="*/ 3295971 w 5851096"/>
              <a:gd name="connsiteY221" fmla="*/ 2267848 h 3089525"/>
              <a:gd name="connsiteX222" fmla="*/ 3296492 w 5851096"/>
              <a:gd name="connsiteY222" fmla="*/ 2267882 h 3089525"/>
              <a:gd name="connsiteX223" fmla="*/ 3296519 w 5851096"/>
              <a:gd name="connsiteY223" fmla="*/ 2267371 h 3089525"/>
              <a:gd name="connsiteX224" fmla="*/ 3314395 w 5851096"/>
              <a:gd name="connsiteY224" fmla="*/ 2269052 h 3089525"/>
              <a:gd name="connsiteX225" fmla="*/ 3414258 w 5851096"/>
              <a:gd name="connsiteY225" fmla="*/ 2278445 h 3089525"/>
              <a:gd name="connsiteX226" fmla="*/ 3431219 w 5851096"/>
              <a:gd name="connsiteY226" fmla="*/ 2280040 h 3089525"/>
              <a:gd name="connsiteX227" fmla="*/ 3431341 w 5851096"/>
              <a:gd name="connsiteY227" fmla="*/ 2281230 h 3089525"/>
              <a:gd name="connsiteX228" fmla="*/ 4153335 w 5851096"/>
              <a:gd name="connsiteY228" fmla="*/ 2999346 h 3089525"/>
              <a:gd name="connsiteX229" fmla="*/ 4153863 w 5851096"/>
              <a:gd name="connsiteY229" fmla="*/ 2999411 h 3089525"/>
              <a:gd name="connsiteX230" fmla="*/ 4154429 w 5851096"/>
              <a:gd name="connsiteY230" fmla="*/ 3006343 h 3089525"/>
              <a:gd name="connsiteX231" fmla="*/ 4161209 w 5851096"/>
              <a:gd name="connsiteY231" fmla="*/ 3089525 h 3089525"/>
              <a:gd name="connsiteX232" fmla="*/ 3910768 w 5851096"/>
              <a:gd name="connsiteY232" fmla="*/ 3089525 h 3089525"/>
              <a:gd name="connsiteX233" fmla="*/ 3891034 w 5851096"/>
              <a:gd name="connsiteY233" fmla="*/ 3084683 h 3089525"/>
              <a:gd name="connsiteX234" fmla="*/ 3305687 w 5851096"/>
              <a:gd name="connsiteY234" fmla="*/ 2400097 h 3089525"/>
              <a:gd name="connsiteX235" fmla="*/ 3305158 w 5851096"/>
              <a:gd name="connsiteY235" fmla="*/ 2400032 h 3089525"/>
              <a:gd name="connsiteX236" fmla="*/ 3304595 w 5851096"/>
              <a:gd name="connsiteY236" fmla="*/ 2393114 h 3089525"/>
              <a:gd name="connsiteX237" fmla="*/ 3296784 w 5851096"/>
              <a:gd name="connsiteY237" fmla="*/ 2297292 h 3089525"/>
              <a:gd name="connsiteX238" fmla="*/ 3295350 w 5851096"/>
              <a:gd name="connsiteY238" fmla="*/ 2279702 h 3089525"/>
              <a:gd name="connsiteX239" fmla="*/ 3295347 w 5851096"/>
              <a:gd name="connsiteY239" fmla="*/ 486299 h 3089525"/>
              <a:gd name="connsiteX240" fmla="*/ 3296782 w 5851096"/>
              <a:gd name="connsiteY240" fmla="*/ 468842 h 3089525"/>
              <a:gd name="connsiteX241" fmla="*/ 3304590 w 5851096"/>
              <a:gd name="connsiteY241" fmla="*/ 373792 h 3089525"/>
              <a:gd name="connsiteX242" fmla="*/ 3305155 w 5851096"/>
              <a:gd name="connsiteY242" fmla="*/ 366915 h 3089525"/>
              <a:gd name="connsiteX243" fmla="*/ 3305684 w 5851096"/>
              <a:gd name="connsiteY243" fmla="*/ 366850 h 3089525"/>
              <a:gd name="connsiteX244" fmla="*/ 3393781 w 5851096"/>
              <a:gd name="connsiteY244" fmla="*/ 100280 h 3089525"/>
              <a:gd name="connsiteX245" fmla="*/ 3459303 w 5851096"/>
              <a:gd name="connsiteY245" fmla="*/ 0 h 3089525"/>
              <a:gd name="connsiteX246" fmla="*/ 3635443 w 5851096"/>
              <a:gd name="connsiteY246" fmla="*/ 0 h 3089525"/>
              <a:gd name="connsiteX247" fmla="*/ 3564068 w 5851096"/>
              <a:gd name="connsiteY247" fmla="*/ 79433 h 3089525"/>
              <a:gd name="connsiteX248" fmla="*/ 3445326 w 5851096"/>
              <a:gd name="connsiteY248" fmla="*/ 349642 h 3089525"/>
              <a:gd name="connsiteX249" fmla="*/ 3904544 w 5851096"/>
              <a:gd name="connsiteY249" fmla="*/ 45955 h 3089525"/>
              <a:gd name="connsiteX250" fmla="*/ 3927798 w 5851096"/>
              <a:gd name="connsiteY250" fmla="*/ 0 h 3089525"/>
              <a:gd name="connsiteX251" fmla="*/ 4083290 w 5851096"/>
              <a:gd name="connsiteY251" fmla="*/ 0 h 3089525"/>
              <a:gd name="connsiteX252" fmla="*/ 4029061 w 5851096"/>
              <a:gd name="connsiteY252" fmla="*/ 99096 h 3089525"/>
              <a:gd name="connsiteX253" fmla="*/ 3431338 w 5851096"/>
              <a:gd name="connsiteY253" fmla="*/ 484784 h 3089525"/>
              <a:gd name="connsiteX254" fmla="*/ 3431217 w 5851096"/>
              <a:gd name="connsiteY254" fmla="*/ 485964 h 3089525"/>
              <a:gd name="connsiteX255" fmla="*/ 3414252 w 5851096"/>
              <a:gd name="connsiteY255" fmla="*/ 487548 h 3089525"/>
              <a:gd name="connsiteX256" fmla="*/ 3314425 w 5851096"/>
              <a:gd name="connsiteY256" fmla="*/ 496864 h 3089525"/>
              <a:gd name="connsiteX257" fmla="*/ 3296517 w 5851096"/>
              <a:gd name="connsiteY257" fmla="*/ 498535 h 3089525"/>
              <a:gd name="connsiteX258" fmla="*/ 3296490 w 5851096"/>
              <a:gd name="connsiteY258" fmla="*/ 498027 h 3089525"/>
              <a:gd name="connsiteX259" fmla="*/ 3295968 w 5851096"/>
              <a:gd name="connsiteY259" fmla="*/ 498061 h 3089525"/>
              <a:gd name="connsiteX260" fmla="*/ 3295347 w 5851096"/>
              <a:gd name="connsiteY260" fmla="*/ 486299 h 3089525"/>
              <a:gd name="connsiteX261" fmla="*/ 3295347 w 5851096"/>
              <a:gd name="connsiteY261" fmla="*/ 2244520 h 3089525"/>
              <a:gd name="connsiteX262" fmla="*/ 3296782 w 5851096"/>
              <a:gd name="connsiteY262" fmla="*/ 2227062 h 3089525"/>
              <a:gd name="connsiteX263" fmla="*/ 3304590 w 5851096"/>
              <a:gd name="connsiteY263" fmla="*/ 2132012 h 3089525"/>
              <a:gd name="connsiteX264" fmla="*/ 3305155 w 5851096"/>
              <a:gd name="connsiteY264" fmla="*/ 2125135 h 3089525"/>
              <a:gd name="connsiteX265" fmla="*/ 3305684 w 5851096"/>
              <a:gd name="connsiteY265" fmla="*/ 2125070 h 3089525"/>
              <a:gd name="connsiteX266" fmla="*/ 4027678 w 5851096"/>
              <a:gd name="connsiteY266" fmla="*/ 1412593 h 3089525"/>
              <a:gd name="connsiteX267" fmla="*/ 4027800 w 5851096"/>
              <a:gd name="connsiteY267" fmla="*/ 1411413 h 3089525"/>
              <a:gd name="connsiteX268" fmla="*/ 4044760 w 5851096"/>
              <a:gd name="connsiteY268" fmla="*/ 1409831 h 3089525"/>
              <a:gd name="connsiteX269" fmla="*/ 4144624 w 5851096"/>
              <a:gd name="connsiteY269" fmla="*/ 1400511 h 3089525"/>
              <a:gd name="connsiteX270" fmla="*/ 4162499 w 5851096"/>
              <a:gd name="connsiteY270" fmla="*/ 1398843 h 3089525"/>
              <a:gd name="connsiteX271" fmla="*/ 4162526 w 5851096"/>
              <a:gd name="connsiteY271" fmla="*/ 1399351 h 3089525"/>
              <a:gd name="connsiteX272" fmla="*/ 4163047 w 5851096"/>
              <a:gd name="connsiteY272" fmla="*/ 1399317 h 3089525"/>
              <a:gd name="connsiteX273" fmla="*/ 4163669 w 5851096"/>
              <a:gd name="connsiteY273" fmla="*/ 1411078 h 3089525"/>
              <a:gd name="connsiteX274" fmla="*/ 4162235 w 5851096"/>
              <a:gd name="connsiteY274" fmla="*/ 1428529 h 3089525"/>
              <a:gd name="connsiteX275" fmla="*/ 4154424 w 5851096"/>
              <a:gd name="connsiteY275" fmla="*/ 1523599 h 3089525"/>
              <a:gd name="connsiteX276" fmla="*/ 4153860 w 5851096"/>
              <a:gd name="connsiteY276" fmla="*/ 1530463 h 3089525"/>
              <a:gd name="connsiteX277" fmla="*/ 4153332 w 5851096"/>
              <a:gd name="connsiteY277" fmla="*/ 1530527 h 3089525"/>
              <a:gd name="connsiteX278" fmla="*/ 3431338 w 5851096"/>
              <a:gd name="connsiteY278" fmla="*/ 2243004 h 3089525"/>
              <a:gd name="connsiteX279" fmla="*/ 3431217 w 5851096"/>
              <a:gd name="connsiteY279" fmla="*/ 2244184 h 3089525"/>
              <a:gd name="connsiteX280" fmla="*/ 3414252 w 5851096"/>
              <a:gd name="connsiteY280" fmla="*/ 2245767 h 3089525"/>
              <a:gd name="connsiteX281" fmla="*/ 3314425 w 5851096"/>
              <a:gd name="connsiteY281" fmla="*/ 2255084 h 3089525"/>
              <a:gd name="connsiteX282" fmla="*/ 3296517 w 5851096"/>
              <a:gd name="connsiteY282" fmla="*/ 2256755 h 3089525"/>
              <a:gd name="connsiteX283" fmla="*/ 3296490 w 5851096"/>
              <a:gd name="connsiteY283" fmla="*/ 2256246 h 3089525"/>
              <a:gd name="connsiteX284" fmla="*/ 3295968 w 5851096"/>
              <a:gd name="connsiteY284" fmla="*/ 2256280 h 3089525"/>
              <a:gd name="connsiteX285" fmla="*/ 3295347 w 5851096"/>
              <a:gd name="connsiteY285" fmla="*/ 2244520 h 3089525"/>
              <a:gd name="connsiteX286" fmla="*/ 2555546 w 5851096"/>
              <a:gd name="connsiteY286" fmla="*/ 1223782 h 3089525"/>
              <a:gd name="connsiteX287" fmla="*/ 3123910 w 5851096"/>
              <a:gd name="connsiteY287" fmla="*/ 659222 h 3089525"/>
              <a:gd name="connsiteX288" fmla="*/ 2555546 w 5851096"/>
              <a:gd name="connsiteY288" fmla="*/ 1223782 h 3089525"/>
              <a:gd name="connsiteX289" fmla="*/ 2555546 w 5851096"/>
              <a:gd name="connsiteY289" fmla="*/ 1547735 h 3089525"/>
              <a:gd name="connsiteX290" fmla="*/ 3123910 w 5851096"/>
              <a:gd name="connsiteY290" fmla="*/ 2107862 h 3089525"/>
              <a:gd name="connsiteX291" fmla="*/ 2555546 w 5851096"/>
              <a:gd name="connsiteY291" fmla="*/ 1547735 h 3089525"/>
              <a:gd name="connsiteX292" fmla="*/ 2555546 w 5851096"/>
              <a:gd name="connsiteY292" fmla="*/ 2982001 h 3089525"/>
              <a:gd name="connsiteX293" fmla="*/ 3123910 w 5851096"/>
              <a:gd name="connsiteY293" fmla="*/ 2417442 h 3089525"/>
              <a:gd name="connsiteX294" fmla="*/ 2555546 w 5851096"/>
              <a:gd name="connsiteY294" fmla="*/ 2982001 h 3089525"/>
              <a:gd name="connsiteX295" fmla="*/ 2485948 w 5851096"/>
              <a:gd name="connsiteY295" fmla="*/ 0 h 3089525"/>
              <a:gd name="connsiteX296" fmla="*/ 2641440 w 5851096"/>
              <a:gd name="connsiteY296" fmla="*/ 0 h 3089525"/>
              <a:gd name="connsiteX297" fmla="*/ 2664693 w 5851096"/>
              <a:gd name="connsiteY297" fmla="*/ 45955 h 3089525"/>
              <a:gd name="connsiteX298" fmla="*/ 3123910 w 5851096"/>
              <a:gd name="connsiteY298" fmla="*/ 349642 h 3089525"/>
              <a:gd name="connsiteX299" fmla="*/ 3005167 w 5851096"/>
              <a:gd name="connsiteY299" fmla="*/ 79433 h 3089525"/>
              <a:gd name="connsiteX300" fmla="*/ 2933794 w 5851096"/>
              <a:gd name="connsiteY300" fmla="*/ 0 h 3089525"/>
              <a:gd name="connsiteX301" fmla="*/ 3109934 w 5851096"/>
              <a:gd name="connsiteY301" fmla="*/ 0 h 3089525"/>
              <a:gd name="connsiteX302" fmla="*/ 3175456 w 5851096"/>
              <a:gd name="connsiteY302" fmla="*/ 100280 h 3089525"/>
              <a:gd name="connsiteX303" fmla="*/ 3263553 w 5851096"/>
              <a:gd name="connsiteY303" fmla="*/ 366850 h 3089525"/>
              <a:gd name="connsiteX304" fmla="*/ 3264081 w 5851096"/>
              <a:gd name="connsiteY304" fmla="*/ 366915 h 3089525"/>
              <a:gd name="connsiteX305" fmla="*/ 3264647 w 5851096"/>
              <a:gd name="connsiteY305" fmla="*/ 373792 h 3089525"/>
              <a:gd name="connsiteX306" fmla="*/ 3272455 w 5851096"/>
              <a:gd name="connsiteY306" fmla="*/ 468842 h 3089525"/>
              <a:gd name="connsiteX307" fmla="*/ 3273888 w 5851096"/>
              <a:gd name="connsiteY307" fmla="*/ 486299 h 3089525"/>
              <a:gd name="connsiteX308" fmla="*/ 3273268 w 5851096"/>
              <a:gd name="connsiteY308" fmla="*/ 498061 h 3089525"/>
              <a:gd name="connsiteX309" fmla="*/ 3272746 w 5851096"/>
              <a:gd name="connsiteY309" fmla="*/ 498027 h 3089525"/>
              <a:gd name="connsiteX310" fmla="*/ 3272719 w 5851096"/>
              <a:gd name="connsiteY310" fmla="*/ 498535 h 3089525"/>
              <a:gd name="connsiteX311" fmla="*/ 3254811 w 5851096"/>
              <a:gd name="connsiteY311" fmla="*/ 496864 h 3089525"/>
              <a:gd name="connsiteX312" fmla="*/ 3154984 w 5851096"/>
              <a:gd name="connsiteY312" fmla="*/ 487548 h 3089525"/>
              <a:gd name="connsiteX313" fmla="*/ 3138020 w 5851096"/>
              <a:gd name="connsiteY313" fmla="*/ 485964 h 3089525"/>
              <a:gd name="connsiteX314" fmla="*/ 3137899 w 5851096"/>
              <a:gd name="connsiteY314" fmla="*/ 484784 h 3089525"/>
              <a:gd name="connsiteX315" fmla="*/ 2540177 w 5851096"/>
              <a:gd name="connsiteY315" fmla="*/ 99096 h 3089525"/>
              <a:gd name="connsiteX316" fmla="*/ 2408030 w 5851096"/>
              <a:gd name="connsiteY316" fmla="*/ 3089525 h 3089525"/>
              <a:gd name="connsiteX317" fmla="*/ 2414810 w 5851096"/>
              <a:gd name="connsiteY317" fmla="*/ 3006343 h 3089525"/>
              <a:gd name="connsiteX318" fmla="*/ 2415375 w 5851096"/>
              <a:gd name="connsiteY318" fmla="*/ 2999411 h 3089525"/>
              <a:gd name="connsiteX319" fmla="*/ 2415904 w 5851096"/>
              <a:gd name="connsiteY319" fmla="*/ 2999346 h 3089525"/>
              <a:gd name="connsiteX320" fmla="*/ 3137898 w 5851096"/>
              <a:gd name="connsiteY320" fmla="*/ 2281230 h 3089525"/>
              <a:gd name="connsiteX321" fmla="*/ 3138020 w 5851096"/>
              <a:gd name="connsiteY321" fmla="*/ 2280040 h 3089525"/>
              <a:gd name="connsiteX322" fmla="*/ 3154980 w 5851096"/>
              <a:gd name="connsiteY322" fmla="*/ 2278445 h 3089525"/>
              <a:gd name="connsiteX323" fmla="*/ 3254844 w 5851096"/>
              <a:gd name="connsiteY323" fmla="*/ 2269052 h 3089525"/>
              <a:gd name="connsiteX324" fmla="*/ 3272719 w 5851096"/>
              <a:gd name="connsiteY324" fmla="*/ 2267371 h 3089525"/>
              <a:gd name="connsiteX325" fmla="*/ 3272746 w 5851096"/>
              <a:gd name="connsiteY325" fmla="*/ 2267882 h 3089525"/>
              <a:gd name="connsiteX326" fmla="*/ 3273267 w 5851096"/>
              <a:gd name="connsiteY326" fmla="*/ 2267848 h 3089525"/>
              <a:gd name="connsiteX327" fmla="*/ 3273888 w 5851096"/>
              <a:gd name="connsiteY327" fmla="*/ 2279702 h 3089525"/>
              <a:gd name="connsiteX328" fmla="*/ 3272455 w 5851096"/>
              <a:gd name="connsiteY328" fmla="*/ 2297292 h 3089525"/>
              <a:gd name="connsiteX329" fmla="*/ 3264644 w 5851096"/>
              <a:gd name="connsiteY329" fmla="*/ 2393114 h 3089525"/>
              <a:gd name="connsiteX330" fmla="*/ 3264080 w 5851096"/>
              <a:gd name="connsiteY330" fmla="*/ 2400032 h 3089525"/>
              <a:gd name="connsiteX331" fmla="*/ 3263552 w 5851096"/>
              <a:gd name="connsiteY331" fmla="*/ 2400097 h 3089525"/>
              <a:gd name="connsiteX332" fmla="*/ 2678205 w 5851096"/>
              <a:gd name="connsiteY332" fmla="*/ 3084683 h 3089525"/>
              <a:gd name="connsiteX333" fmla="*/ 2658472 w 5851096"/>
              <a:gd name="connsiteY333" fmla="*/ 3089525 h 3089525"/>
              <a:gd name="connsiteX334" fmla="*/ 2405567 w 5851096"/>
              <a:gd name="connsiteY334" fmla="*/ 1361522 h 3089525"/>
              <a:gd name="connsiteX335" fmla="*/ 2407002 w 5851096"/>
              <a:gd name="connsiteY335" fmla="*/ 1343926 h 3089525"/>
              <a:gd name="connsiteX336" fmla="*/ 2414810 w 5851096"/>
              <a:gd name="connsiteY336" fmla="*/ 1248124 h 3089525"/>
              <a:gd name="connsiteX337" fmla="*/ 2415375 w 5851096"/>
              <a:gd name="connsiteY337" fmla="*/ 1241192 h 3089525"/>
              <a:gd name="connsiteX338" fmla="*/ 2415904 w 5851096"/>
              <a:gd name="connsiteY338" fmla="*/ 1241127 h 3089525"/>
              <a:gd name="connsiteX339" fmla="*/ 3137898 w 5851096"/>
              <a:gd name="connsiteY339" fmla="*/ 523010 h 3089525"/>
              <a:gd name="connsiteX340" fmla="*/ 3138020 w 5851096"/>
              <a:gd name="connsiteY340" fmla="*/ 521820 h 3089525"/>
              <a:gd name="connsiteX341" fmla="*/ 3154980 w 5851096"/>
              <a:gd name="connsiteY341" fmla="*/ 520226 h 3089525"/>
              <a:gd name="connsiteX342" fmla="*/ 3254844 w 5851096"/>
              <a:gd name="connsiteY342" fmla="*/ 510833 h 3089525"/>
              <a:gd name="connsiteX343" fmla="*/ 3272719 w 5851096"/>
              <a:gd name="connsiteY343" fmla="*/ 509151 h 3089525"/>
              <a:gd name="connsiteX344" fmla="*/ 3272746 w 5851096"/>
              <a:gd name="connsiteY344" fmla="*/ 509663 h 3089525"/>
              <a:gd name="connsiteX345" fmla="*/ 3273267 w 5851096"/>
              <a:gd name="connsiteY345" fmla="*/ 509629 h 3089525"/>
              <a:gd name="connsiteX346" fmla="*/ 3273888 w 5851096"/>
              <a:gd name="connsiteY346" fmla="*/ 521483 h 3089525"/>
              <a:gd name="connsiteX347" fmla="*/ 3272455 w 5851096"/>
              <a:gd name="connsiteY347" fmla="*/ 539073 h 3089525"/>
              <a:gd name="connsiteX348" fmla="*/ 3264644 w 5851096"/>
              <a:gd name="connsiteY348" fmla="*/ 634895 h 3089525"/>
              <a:gd name="connsiteX349" fmla="*/ 3264080 w 5851096"/>
              <a:gd name="connsiteY349" fmla="*/ 641812 h 3089525"/>
              <a:gd name="connsiteX350" fmla="*/ 3263552 w 5851096"/>
              <a:gd name="connsiteY350" fmla="*/ 641878 h 3089525"/>
              <a:gd name="connsiteX351" fmla="*/ 2541558 w 5851096"/>
              <a:gd name="connsiteY351" fmla="*/ 1359994 h 3089525"/>
              <a:gd name="connsiteX352" fmla="*/ 2541437 w 5851096"/>
              <a:gd name="connsiteY352" fmla="*/ 1361184 h 3089525"/>
              <a:gd name="connsiteX353" fmla="*/ 2524472 w 5851096"/>
              <a:gd name="connsiteY353" fmla="*/ 1362780 h 3089525"/>
              <a:gd name="connsiteX354" fmla="*/ 2424645 w 5851096"/>
              <a:gd name="connsiteY354" fmla="*/ 1372169 h 3089525"/>
              <a:gd name="connsiteX355" fmla="*/ 2406737 w 5851096"/>
              <a:gd name="connsiteY355" fmla="*/ 1373854 h 3089525"/>
              <a:gd name="connsiteX356" fmla="*/ 2406710 w 5851096"/>
              <a:gd name="connsiteY356" fmla="*/ 1373341 h 3089525"/>
              <a:gd name="connsiteX357" fmla="*/ 2406188 w 5851096"/>
              <a:gd name="connsiteY357" fmla="*/ 1373376 h 3089525"/>
              <a:gd name="connsiteX358" fmla="*/ 2405567 w 5851096"/>
              <a:gd name="connsiteY358" fmla="*/ 1361522 h 3089525"/>
              <a:gd name="connsiteX359" fmla="*/ 2405567 w 5851096"/>
              <a:gd name="connsiteY359" fmla="*/ 1411078 h 3089525"/>
              <a:gd name="connsiteX360" fmla="*/ 2406189 w 5851096"/>
              <a:gd name="connsiteY360" fmla="*/ 1399317 h 3089525"/>
              <a:gd name="connsiteX361" fmla="*/ 2406710 w 5851096"/>
              <a:gd name="connsiteY361" fmla="*/ 1399351 h 3089525"/>
              <a:gd name="connsiteX362" fmla="*/ 2406737 w 5851096"/>
              <a:gd name="connsiteY362" fmla="*/ 1398843 h 3089525"/>
              <a:gd name="connsiteX363" fmla="*/ 2424613 w 5851096"/>
              <a:gd name="connsiteY363" fmla="*/ 1400511 h 3089525"/>
              <a:gd name="connsiteX364" fmla="*/ 2524476 w 5851096"/>
              <a:gd name="connsiteY364" fmla="*/ 1409831 h 3089525"/>
              <a:gd name="connsiteX365" fmla="*/ 2541437 w 5851096"/>
              <a:gd name="connsiteY365" fmla="*/ 1411413 h 3089525"/>
              <a:gd name="connsiteX366" fmla="*/ 2541559 w 5851096"/>
              <a:gd name="connsiteY366" fmla="*/ 1412593 h 3089525"/>
              <a:gd name="connsiteX367" fmla="*/ 3263553 w 5851096"/>
              <a:gd name="connsiteY367" fmla="*/ 2125070 h 3089525"/>
              <a:gd name="connsiteX368" fmla="*/ 3264081 w 5851096"/>
              <a:gd name="connsiteY368" fmla="*/ 2125135 h 3089525"/>
              <a:gd name="connsiteX369" fmla="*/ 3264647 w 5851096"/>
              <a:gd name="connsiteY369" fmla="*/ 2132012 h 3089525"/>
              <a:gd name="connsiteX370" fmla="*/ 3272455 w 5851096"/>
              <a:gd name="connsiteY370" fmla="*/ 2227062 h 3089525"/>
              <a:gd name="connsiteX371" fmla="*/ 3273888 w 5851096"/>
              <a:gd name="connsiteY371" fmla="*/ 2244520 h 3089525"/>
              <a:gd name="connsiteX372" fmla="*/ 3273268 w 5851096"/>
              <a:gd name="connsiteY372" fmla="*/ 2256280 h 3089525"/>
              <a:gd name="connsiteX373" fmla="*/ 3272746 w 5851096"/>
              <a:gd name="connsiteY373" fmla="*/ 2256246 h 3089525"/>
              <a:gd name="connsiteX374" fmla="*/ 3272719 w 5851096"/>
              <a:gd name="connsiteY374" fmla="*/ 2256755 h 3089525"/>
              <a:gd name="connsiteX375" fmla="*/ 3254811 w 5851096"/>
              <a:gd name="connsiteY375" fmla="*/ 2255084 h 3089525"/>
              <a:gd name="connsiteX376" fmla="*/ 3154984 w 5851096"/>
              <a:gd name="connsiteY376" fmla="*/ 2245767 h 3089525"/>
              <a:gd name="connsiteX377" fmla="*/ 3138020 w 5851096"/>
              <a:gd name="connsiteY377" fmla="*/ 2244184 h 3089525"/>
              <a:gd name="connsiteX378" fmla="*/ 3137899 w 5851096"/>
              <a:gd name="connsiteY378" fmla="*/ 2243004 h 3089525"/>
              <a:gd name="connsiteX379" fmla="*/ 2415905 w 5851096"/>
              <a:gd name="connsiteY379" fmla="*/ 1530527 h 3089525"/>
              <a:gd name="connsiteX380" fmla="*/ 2415376 w 5851096"/>
              <a:gd name="connsiteY380" fmla="*/ 1530463 h 3089525"/>
              <a:gd name="connsiteX381" fmla="*/ 2414813 w 5851096"/>
              <a:gd name="connsiteY381" fmla="*/ 1523599 h 3089525"/>
              <a:gd name="connsiteX382" fmla="*/ 2407002 w 5851096"/>
              <a:gd name="connsiteY382" fmla="*/ 1428529 h 3089525"/>
              <a:gd name="connsiteX383" fmla="*/ 2405567 w 5851096"/>
              <a:gd name="connsiteY383" fmla="*/ 1411078 h 3089525"/>
              <a:gd name="connsiteX384" fmla="*/ 1675142 w 5851096"/>
              <a:gd name="connsiteY384" fmla="*/ 659222 h 3089525"/>
              <a:gd name="connsiteX385" fmla="*/ 2243506 w 5851096"/>
              <a:gd name="connsiteY385" fmla="*/ 1223782 h 3089525"/>
              <a:gd name="connsiteX386" fmla="*/ 1675142 w 5851096"/>
              <a:gd name="connsiteY386" fmla="*/ 659222 h 3089525"/>
              <a:gd name="connsiteX387" fmla="*/ 1675142 w 5851096"/>
              <a:gd name="connsiteY387" fmla="*/ 2417442 h 3089525"/>
              <a:gd name="connsiteX388" fmla="*/ 2243506 w 5851096"/>
              <a:gd name="connsiteY388" fmla="*/ 2982001 h 3089525"/>
              <a:gd name="connsiteX389" fmla="*/ 1675142 w 5851096"/>
              <a:gd name="connsiteY389" fmla="*/ 2417442 h 3089525"/>
              <a:gd name="connsiteX390" fmla="*/ 1675140 w 5851096"/>
              <a:gd name="connsiteY390" fmla="*/ 2107862 h 3089525"/>
              <a:gd name="connsiteX391" fmla="*/ 2243504 w 5851096"/>
              <a:gd name="connsiteY391" fmla="*/ 1547735 h 3089525"/>
              <a:gd name="connsiteX392" fmla="*/ 1675140 w 5851096"/>
              <a:gd name="connsiteY392" fmla="*/ 2107862 h 3089525"/>
              <a:gd name="connsiteX393" fmla="*/ 1525164 w 5851096"/>
              <a:gd name="connsiteY393" fmla="*/ 521483 h 3089525"/>
              <a:gd name="connsiteX394" fmla="*/ 1525785 w 5851096"/>
              <a:gd name="connsiteY394" fmla="*/ 509629 h 3089525"/>
              <a:gd name="connsiteX395" fmla="*/ 1526306 w 5851096"/>
              <a:gd name="connsiteY395" fmla="*/ 509663 h 3089525"/>
              <a:gd name="connsiteX396" fmla="*/ 1526333 w 5851096"/>
              <a:gd name="connsiteY396" fmla="*/ 509151 h 3089525"/>
              <a:gd name="connsiteX397" fmla="*/ 1544208 w 5851096"/>
              <a:gd name="connsiteY397" fmla="*/ 510833 h 3089525"/>
              <a:gd name="connsiteX398" fmla="*/ 1644072 w 5851096"/>
              <a:gd name="connsiteY398" fmla="*/ 520226 h 3089525"/>
              <a:gd name="connsiteX399" fmla="*/ 1661032 w 5851096"/>
              <a:gd name="connsiteY399" fmla="*/ 521820 h 3089525"/>
              <a:gd name="connsiteX400" fmla="*/ 1661154 w 5851096"/>
              <a:gd name="connsiteY400" fmla="*/ 523010 h 3089525"/>
              <a:gd name="connsiteX401" fmla="*/ 2383148 w 5851096"/>
              <a:gd name="connsiteY401" fmla="*/ 1241127 h 3089525"/>
              <a:gd name="connsiteX402" fmla="*/ 2383678 w 5851096"/>
              <a:gd name="connsiteY402" fmla="*/ 1241192 h 3089525"/>
              <a:gd name="connsiteX403" fmla="*/ 2384242 w 5851096"/>
              <a:gd name="connsiteY403" fmla="*/ 1248124 h 3089525"/>
              <a:gd name="connsiteX404" fmla="*/ 2392051 w 5851096"/>
              <a:gd name="connsiteY404" fmla="*/ 1343926 h 3089525"/>
              <a:gd name="connsiteX405" fmla="*/ 2393485 w 5851096"/>
              <a:gd name="connsiteY405" fmla="*/ 1361522 h 3089525"/>
              <a:gd name="connsiteX406" fmla="*/ 2392864 w 5851096"/>
              <a:gd name="connsiteY406" fmla="*/ 1373376 h 3089525"/>
              <a:gd name="connsiteX407" fmla="*/ 2392342 w 5851096"/>
              <a:gd name="connsiteY407" fmla="*/ 1373341 h 3089525"/>
              <a:gd name="connsiteX408" fmla="*/ 2392315 w 5851096"/>
              <a:gd name="connsiteY408" fmla="*/ 1373854 h 3089525"/>
              <a:gd name="connsiteX409" fmla="*/ 2374407 w 5851096"/>
              <a:gd name="connsiteY409" fmla="*/ 1372169 h 3089525"/>
              <a:gd name="connsiteX410" fmla="*/ 2274580 w 5851096"/>
              <a:gd name="connsiteY410" fmla="*/ 1362780 h 3089525"/>
              <a:gd name="connsiteX411" fmla="*/ 2257615 w 5851096"/>
              <a:gd name="connsiteY411" fmla="*/ 1361184 h 3089525"/>
              <a:gd name="connsiteX412" fmla="*/ 2257494 w 5851096"/>
              <a:gd name="connsiteY412" fmla="*/ 1359994 h 3089525"/>
              <a:gd name="connsiteX413" fmla="*/ 1535500 w 5851096"/>
              <a:gd name="connsiteY413" fmla="*/ 641878 h 3089525"/>
              <a:gd name="connsiteX414" fmla="*/ 1534972 w 5851096"/>
              <a:gd name="connsiteY414" fmla="*/ 641812 h 3089525"/>
              <a:gd name="connsiteX415" fmla="*/ 1534408 w 5851096"/>
              <a:gd name="connsiteY415" fmla="*/ 634895 h 3089525"/>
              <a:gd name="connsiteX416" fmla="*/ 1526597 w 5851096"/>
              <a:gd name="connsiteY416" fmla="*/ 539073 h 3089525"/>
              <a:gd name="connsiteX417" fmla="*/ 1525164 w 5851096"/>
              <a:gd name="connsiteY417" fmla="*/ 521483 h 3089525"/>
              <a:gd name="connsiteX418" fmla="*/ 1525164 w 5851096"/>
              <a:gd name="connsiteY418" fmla="*/ 2279702 h 3089525"/>
              <a:gd name="connsiteX419" fmla="*/ 1525785 w 5851096"/>
              <a:gd name="connsiteY419" fmla="*/ 2267848 h 3089525"/>
              <a:gd name="connsiteX420" fmla="*/ 1526306 w 5851096"/>
              <a:gd name="connsiteY420" fmla="*/ 2267882 h 3089525"/>
              <a:gd name="connsiteX421" fmla="*/ 1526333 w 5851096"/>
              <a:gd name="connsiteY421" fmla="*/ 2267371 h 3089525"/>
              <a:gd name="connsiteX422" fmla="*/ 1544208 w 5851096"/>
              <a:gd name="connsiteY422" fmla="*/ 2269052 h 3089525"/>
              <a:gd name="connsiteX423" fmla="*/ 1644072 w 5851096"/>
              <a:gd name="connsiteY423" fmla="*/ 2278445 h 3089525"/>
              <a:gd name="connsiteX424" fmla="*/ 1661032 w 5851096"/>
              <a:gd name="connsiteY424" fmla="*/ 2280040 h 3089525"/>
              <a:gd name="connsiteX425" fmla="*/ 1661154 w 5851096"/>
              <a:gd name="connsiteY425" fmla="*/ 2281230 h 3089525"/>
              <a:gd name="connsiteX426" fmla="*/ 2383148 w 5851096"/>
              <a:gd name="connsiteY426" fmla="*/ 2999346 h 3089525"/>
              <a:gd name="connsiteX427" fmla="*/ 2383678 w 5851096"/>
              <a:gd name="connsiteY427" fmla="*/ 2999411 h 3089525"/>
              <a:gd name="connsiteX428" fmla="*/ 2384242 w 5851096"/>
              <a:gd name="connsiteY428" fmla="*/ 3006343 h 3089525"/>
              <a:gd name="connsiteX429" fmla="*/ 2391022 w 5851096"/>
              <a:gd name="connsiteY429" fmla="*/ 3089525 h 3089525"/>
              <a:gd name="connsiteX430" fmla="*/ 2140581 w 5851096"/>
              <a:gd name="connsiteY430" fmla="*/ 3089525 h 3089525"/>
              <a:gd name="connsiteX431" fmla="*/ 2120847 w 5851096"/>
              <a:gd name="connsiteY431" fmla="*/ 3084683 h 3089525"/>
              <a:gd name="connsiteX432" fmla="*/ 1535500 w 5851096"/>
              <a:gd name="connsiteY432" fmla="*/ 2400097 h 3089525"/>
              <a:gd name="connsiteX433" fmla="*/ 1534972 w 5851096"/>
              <a:gd name="connsiteY433" fmla="*/ 2400032 h 3089525"/>
              <a:gd name="connsiteX434" fmla="*/ 1534408 w 5851096"/>
              <a:gd name="connsiteY434" fmla="*/ 2393114 h 3089525"/>
              <a:gd name="connsiteX435" fmla="*/ 1526597 w 5851096"/>
              <a:gd name="connsiteY435" fmla="*/ 2297292 h 3089525"/>
              <a:gd name="connsiteX436" fmla="*/ 1525164 w 5851096"/>
              <a:gd name="connsiteY436" fmla="*/ 2279702 h 3089525"/>
              <a:gd name="connsiteX437" fmla="*/ 1525162 w 5851096"/>
              <a:gd name="connsiteY437" fmla="*/ 486299 h 3089525"/>
              <a:gd name="connsiteX438" fmla="*/ 1526595 w 5851096"/>
              <a:gd name="connsiteY438" fmla="*/ 468842 h 3089525"/>
              <a:gd name="connsiteX439" fmla="*/ 1534403 w 5851096"/>
              <a:gd name="connsiteY439" fmla="*/ 373792 h 3089525"/>
              <a:gd name="connsiteX440" fmla="*/ 1534969 w 5851096"/>
              <a:gd name="connsiteY440" fmla="*/ 366915 h 3089525"/>
              <a:gd name="connsiteX441" fmla="*/ 1535497 w 5851096"/>
              <a:gd name="connsiteY441" fmla="*/ 366850 h 3089525"/>
              <a:gd name="connsiteX442" fmla="*/ 1623594 w 5851096"/>
              <a:gd name="connsiteY442" fmla="*/ 100280 h 3089525"/>
              <a:gd name="connsiteX443" fmla="*/ 1689117 w 5851096"/>
              <a:gd name="connsiteY443" fmla="*/ 0 h 3089525"/>
              <a:gd name="connsiteX444" fmla="*/ 1865257 w 5851096"/>
              <a:gd name="connsiteY444" fmla="*/ 0 h 3089525"/>
              <a:gd name="connsiteX445" fmla="*/ 1793882 w 5851096"/>
              <a:gd name="connsiteY445" fmla="*/ 79433 h 3089525"/>
              <a:gd name="connsiteX446" fmla="*/ 1675140 w 5851096"/>
              <a:gd name="connsiteY446" fmla="*/ 349642 h 3089525"/>
              <a:gd name="connsiteX447" fmla="*/ 2134358 w 5851096"/>
              <a:gd name="connsiteY447" fmla="*/ 45955 h 3089525"/>
              <a:gd name="connsiteX448" fmla="*/ 2157611 w 5851096"/>
              <a:gd name="connsiteY448" fmla="*/ 0 h 3089525"/>
              <a:gd name="connsiteX449" fmla="*/ 2313103 w 5851096"/>
              <a:gd name="connsiteY449" fmla="*/ 0 h 3089525"/>
              <a:gd name="connsiteX450" fmla="*/ 2258874 w 5851096"/>
              <a:gd name="connsiteY450" fmla="*/ 99096 h 3089525"/>
              <a:gd name="connsiteX451" fmla="*/ 1661151 w 5851096"/>
              <a:gd name="connsiteY451" fmla="*/ 484784 h 3089525"/>
              <a:gd name="connsiteX452" fmla="*/ 1661030 w 5851096"/>
              <a:gd name="connsiteY452" fmla="*/ 485964 h 3089525"/>
              <a:gd name="connsiteX453" fmla="*/ 1644066 w 5851096"/>
              <a:gd name="connsiteY453" fmla="*/ 487548 h 3089525"/>
              <a:gd name="connsiteX454" fmla="*/ 1544239 w 5851096"/>
              <a:gd name="connsiteY454" fmla="*/ 496864 h 3089525"/>
              <a:gd name="connsiteX455" fmla="*/ 1526331 w 5851096"/>
              <a:gd name="connsiteY455" fmla="*/ 498535 h 3089525"/>
              <a:gd name="connsiteX456" fmla="*/ 1526304 w 5851096"/>
              <a:gd name="connsiteY456" fmla="*/ 498027 h 3089525"/>
              <a:gd name="connsiteX457" fmla="*/ 1525782 w 5851096"/>
              <a:gd name="connsiteY457" fmla="*/ 498061 h 3089525"/>
              <a:gd name="connsiteX458" fmla="*/ 1525162 w 5851096"/>
              <a:gd name="connsiteY458" fmla="*/ 486299 h 3089525"/>
              <a:gd name="connsiteX459" fmla="*/ 1525161 w 5851096"/>
              <a:gd name="connsiteY459" fmla="*/ 2244520 h 3089525"/>
              <a:gd name="connsiteX460" fmla="*/ 1526595 w 5851096"/>
              <a:gd name="connsiteY460" fmla="*/ 2227062 h 3089525"/>
              <a:gd name="connsiteX461" fmla="*/ 1534403 w 5851096"/>
              <a:gd name="connsiteY461" fmla="*/ 2132012 h 3089525"/>
              <a:gd name="connsiteX462" fmla="*/ 1534969 w 5851096"/>
              <a:gd name="connsiteY462" fmla="*/ 2125135 h 3089525"/>
              <a:gd name="connsiteX463" fmla="*/ 1535497 w 5851096"/>
              <a:gd name="connsiteY463" fmla="*/ 2125070 h 3089525"/>
              <a:gd name="connsiteX464" fmla="*/ 2257491 w 5851096"/>
              <a:gd name="connsiteY464" fmla="*/ 1412593 h 3089525"/>
              <a:gd name="connsiteX465" fmla="*/ 2257613 w 5851096"/>
              <a:gd name="connsiteY465" fmla="*/ 1411413 h 3089525"/>
              <a:gd name="connsiteX466" fmla="*/ 2274574 w 5851096"/>
              <a:gd name="connsiteY466" fmla="*/ 1409831 h 3089525"/>
              <a:gd name="connsiteX467" fmla="*/ 2374437 w 5851096"/>
              <a:gd name="connsiteY467" fmla="*/ 1400511 h 3089525"/>
              <a:gd name="connsiteX468" fmla="*/ 2392313 w 5851096"/>
              <a:gd name="connsiteY468" fmla="*/ 1398843 h 3089525"/>
              <a:gd name="connsiteX469" fmla="*/ 2392341 w 5851096"/>
              <a:gd name="connsiteY469" fmla="*/ 1399351 h 3089525"/>
              <a:gd name="connsiteX470" fmla="*/ 2392861 w 5851096"/>
              <a:gd name="connsiteY470" fmla="*/ 1399317 h 3089525"/>
              <a:gd name="connsiteX471" fmla="*/ 2393483 w 5851096"/>
              <a:gd name="connsiteY471" fmla="*/ 1411078 h 3089525"/>
              <a:gd name="connsiteX472" fmla="*/ 2392048 w 5851096"/>
              <a:gd name="connsiteY472" fmla="*/ 1428529 h 3089525"/>
              <a:gd name="connsiteX473" fmla="*/ 2384237 w 5851096"/>
              <a:gd name="connsiteY473" fmla="*/ 1523599 h 3089525"/>
              <a:gd name="connsiteX474" fmla="*/ 2383674 w 5851096"/>
              <a:gd name="connsiteY474" fmla="*/ 1530463 h 3089525"/>
              <a:gd name="connsiteX475" fmla="*/ 2383145 w 5851096"/>
              <a:gd name="connsiteY475" fmla="*/ 1530527 h 3089525"/>
              <a:gd name="connsiteX476" fmla="*/ 1661151 w 5851096"/>
              <a:gd name="connsiteY476" fmla="*/ 2243004 h 3089525"/>
              <a:gd name="connsiteX477" fmla="*/ 1661030 w 5851096"/>
              <a:gd name="connsiteY477" fmla="*/ 2244184 h 3089525"/>
              <a:gd name="connsiteX478" fmla="*/ 1644066 w 5851096"/>
              <a:gd name="connsiteY478" fmla="*/ 2245767 h 3089525"/>
              <a:gd name="connsiteX479" fmla="*/ 1544238 w 5851096"/>
              <a:gd name="connsiteY479" fmla="*/ 2255084 h 3089525"/>
              <a:gd name="connsiteX480" fmla="*/ 1526331 w 5851096"/>
              <a:gd name="connsiteY480" fmla="*/ 2256755 h 3089525"/>
              <a:gd name="connsiteX481" fmla="*/ 1526304 w 5851096"/>
              <a:gd name="connsiteY481" fmla="*/ 2256246 h 3089525"/>
              <a:gd name="connsiteX482" fmla="*/ 1525782 w 5851096"/>
              <a:gd name="connsiteY482" fmla="*/ 2256280 h 3089525"/>
              <a:gd name="connsiteX483" fmla="*/ 1525161 w 5851096"/>
              <a:gd name="connsiteY483" fmla="*/ 2244520 h 3089525"/>
              <a:gd name="connsiteX484" fmla="*/ 785360 w 5851096"/>
              <a:gd name="connsiteY484" fmla="*/ 1223782 h 3089525"/>
              <a:gd name="connsiteX485" fmla="*/ 1353724 w 5851096"/>
              <a:gd name="connsiteY485" fmla="*/ 659222 h 3089525"/>
              <a:gd name="connsiteX486" fmla="*/ 785360 w 5851096"/>
              <a:gd name="connsiteY486" fmla="*/ 1223782 h 3089525"/>
              <a:gd name="connsiteX487" fmla="*/ 785360 w 5851096"/>
              <a:gd name="connsiteY487" fmla="*/ 1547735 h 3089525"/>
              <a:gd name="connsiteX488" fmla="*/ 1353724 w 5851096"/>
              <a:gd name="connsiteY488" fmla="*/ 2107862 h 3089525"/>
              <a:gd name="connsiteX489" fmla="*/ 785360 w 5851096"/>
              <a:gd name="connsiteY489" fmla="*/ 1547735 h 3089525"/>
              <a:gd name="connsiteX490" fmla="*/ 785360 w 5851096"/>
              <a:gd name="connsiteY490" fmla="*/ 2982001 h 3089525"/>
              <a:gd name="connsiteX491" fmla="*/ 1353724 w 5851096"/>
              <a:gd name="connsiteY491" fmla="*/ 2417442 h 3089525"/>
              <a:gd name="connsiteX492" fmla="*/ 785360 w 5851096"/>
              <a:gd name="connsiteY492" fmla="*/ 2982001 h 3089525"/>
              <a:gd name="connsiteX493" fmla="*/ 715762 w 5851096"/>
              <a:gd name="connsiteY493" fmla="*/ 0 h 3089525"/>
              <a:gd name="connsiteX494" fmla="*/ 871255 w 5851096"/>
              <a:gd name="connsiteY494" fmla="*/ 0 h 3089525"/>
              <a:gd name="connsiteX495" fmla="*/ 894508 w 5851096"/>
              <a:gd name="connsiteY495" fmla="*/ 45955 h 3089525"/>
              <a:gd name="connsiteX496" fmla="*/ 1353724 w 5851096"/>
              <a:gd name="connsiteY496" fmla="*/ 349642 h 3089525"/>
              <a:gd name="connsiteX497" fmla="*/ 1234983 w 5851096"/>
              <a:gd name="connsiteY497" fmla="*/ 79433 h 3089525"/>
              <a:gd name="connsiteX498" fmla="*/ 1163608 w 5851096"/>
              <a:gd name="connsiteY498" fmla="*/ 0 h 3089525"/>
              <a:gd name="connsiteX499" fmla="*/ 1339748 w 5851096"/>
              <a:gd name="connsiteY499" fmla="*/ 0 h 3089525"/>
              <a:gd name="connsiteX500" fmla="*/ 1405271 w 5851096"/>
              <a:gd name="connsiteY500" fmla="*/ 100280 h 3089525"/>
              <a:gd name="connsiteX501" fmla="*/ 1493366 w 5851096"/>
              <a:gd name="connsiteY501" fmla="*/ 366850 h 3089525"/>
              <a:gd name="connsiteX502" fmla="*/ 1493895 w 5851096"/>
              <a:gd name="connsiteY502" fmla="*/ 366914 h 3089525"/>
              <a:gd name="connsiteX503" fmla="*/ 1494460 w 5851096"/>
              <a:gd name="connsiteY503" fmla="*/ 373792 h 3089525"/>
              <a:gd name="connsiteX504" fmla="*/ 1502268 w 5851096"/>
              <a:gd name="connsiteY504" fmla="*/ 468842 h 3089525"/>
              <a:gd name="connsiteX505" fmla="*/ 1503703 w 5851096"/>
              <a:gd name="connsiteY505" fmla="*/ 486299 h 3089525"/>
              <a:gd name="connsiteX506" fmla="*/ 1503082 w 5851096"/>
              <a:gd name="connsiteY506" fmla="*/ 498061 h 3089525"/>
              <a:gd name="connsiteX507" fmla="*/ 1502560 w 5851096"/>
              <a:gd name="connsiteY507" fmla="*/ 498027 h 3089525"/>
              <a:gd name="connsiteX508" fmla="*/ 1502533 w 5851096"/>
              <a:gd name="connsiteY508" fmla="*/ 498535 h 3089525"/>
              <a:gd name="connsiteX509" fmla="*/ 1484625 w 5851096"/>
              <a:gd name="connsiteY509" fmla="*/ 496864 h 3089525"/>
              <a:gd name="connsiteX510" fmla="*/ 1384798 w 5851096"/>
              <a:gd name="connsiteY510" fmla="*/ 487548 h 3089525"/>
              <a:gd name="connsiteX511" fmla="*/ 1367833 w 5851096"/>
              <a:gd name="connsiteY511" fmla="*/ 485964 h 3089525"/>
              <a:gd name="connsiteX512" fmla="*/ 1367712 w 5851096"/>
              <a:gd name="connsiteY512" fmla="*/ 484784 h 3089525"/>
              <a:gd name="connsiteX513" fmla="*/ 769992 w 5851096"/>
              <a:gd name="connsiteY513" fmla="*/ 99096 h 3089525"/>
              <a:gd name="connsiteX514" fmla="*/ 637843 w 5851096"/>
              <a:gd name="connsiteY514" fmla="*/ 3089525 h 3089525"/>
              <a:gd name="connsiteX515" fmla="*/ 644623 w 5851096"/>
              <a:gd name="connsiteY515" fmla="*/ 3006343 h 3089525"/>
              <a:gd name="connsiteX516" fmla="*/ 645189 w 5851096"/>
              <a:gd name="connsiteY516" fmla="*/ 2999411 h 3089525"/>
              <a:gd name="connsiteX517" fmla="*/ 645717 w 5851096"/>
              <a:gd name="connsiteY517" fmla="*/ 2999346 h 3089525"/>
              <a:gd name="connsiteX518" fmla="*/ 1367711 w 5851096"/>
              <a:gd name="connsiteY518" fmla="*/ 2281230 h 3089525"/>
              <a:gd name="connsiteX519" fmla="*/ 1367833 w 5851096"/>
              <a:gd name="connsiteY519" fmla="*/ 2280040 h 3089525"/>
              <a:gd name="connsiteX520" fmla="*/ 1384794 w 5851096"/>
              <a:gd name="connsiteY520" fmla="*/ 2278445 h 3089525"/>
              <a:gd name="connsiteX521" fmla="*/ 1484657 w 5851096"/>
              <a:gd name="connsiteY521" fmla="*/ 2269052 h 3089525"/>
              <a:gd name="connsiteX522" fmla="*/ 1502533 w 5851096"/>
              <a:gd name="connsiteY522" fmla="*/ 2267371 h 3089525"/>
              <a:gd name="connsiteX523" fmla="*/ 1502560 w 5851096"/>
              <a:gd name="connsiteY523" fmla="*/ 2267882 h 3089525"/>
              <a:gd name="connsiteX524" fmla="*/ 1503081 w 5851096"/>
              <a:gd name="connsiteY524" fmla="*/ 2267848 h 3089525"/>
              <a:gd name="connsiteX525" fmla="*/ 1503703 w 5851096"/>
              <a:gd name="connsiteY525" fmla="*/ 2279702 h 3089525"/>
              <a:gd name="connsiteX526" fmla="*/ 1502268 w 5851096"/>
              <a:gd name="connsiteY526" fmla="*/ 2297292 h 3089525"/>
              <a:gd name="connsiteX527" fmla="*/ 1494457 w 5851096"/>
              <a:gd name="connsiteY527" fmla="*/ 2393114 h 3089525"/>
              <a:gd name="connsiteX528" fmla="*/ 1493894 w 5851096"/>
              <a:gd name="connsiteY528" fmla="*/ 2400032 h 3089525"/>
              <a:gd name="connsiteX529" fmla="*/ 1493365 w 5851096"/>
              <a:gd name="connsiteY529" fmla="*/ 2400097 h 3089525"/>
              <a:gd name="connsiteX530" fmla="*/ 908018 w 5851096"/>
              <a:gd name="connsiteY530" fmla="*/ 3084683 h 3089525"/>
              <a:gd name="connsiteX531" fmla="*/ 888285 w 5851096"/>
              <a:gd name="connsiteY531" fmla="*/ 3089525 h 3089525"/>
              <a:gd name="connsiteX532" fmla="*/ 635382 w 5851096"/>
              <a:gd name="connsiteY532" fmla="*/ 1361522 h 3089525"/>
              <a:gd name="connsiteX533" fmla="*/ 636815 w 5851096"/>
              <a:gd name="connsiteY533" fmla="*/ 1343926 h 3089525"/>
              <a:gd name="connsiteX534" fmla="*/ 644623 w 5851096"/>
              <a:gd name="connsiteY534" fmla="*/ 1248124 h 3089525"/>
              <a:gd name="connsiteX535" fmla="*/ 645189 w 5851096"/>
              <a:gd name="connsiteY535" fmla="*/ 1241192 h 3089525"/>
              <a:gd name="connsiteX536" fmla="*/ 645717 w 5851096"/>
              <a:gd name="connsiteY536" fmla="*/ 1241127 h 3089525"/>
              <a:gd name="connsiteX537" fmla="*/ 1367711 w 5851096"/>
              <a:gd name="connsiteY537" fmla="*/ 523010 h 3089525"/>
              <a:gd name="connsiteX538" fmla="*/ 1367833 w 5851096"/>
              <a:gd name="connsiteY538" fmla="*/ 521820 h 3089525"/>
              <a:gd name="connsiteX539" fmla="*/ 1384794 w 5851096"/>
              <a:gd name="connsiteY539" fmla="*/ 520226 h 3089525"/>
              <a:gd name="connsiteX540" fmla="*/ 1484657 w 5851096"/>
              <a:gd name="connsiteY540" fmla="*/ 510833 h 3089525"/>
              <a:gd name="connsiteX541" fmla="*/ 1502533 w 5851096"/>
              <a:gd name="connsiteY541" fmla="*/ 509151 h 3089525"/>
              <a:gd name="connsiteX542" fmla="*/ 1502560 w 5851096"/>
              <a:gd name="connsiteY542" fmla="*/ 509663 h 3089525"/>
              <a:gd name="connsiteX543" fmla="*/ 1503081 w 5851096"/>
              <a:gd name="connsiteY543" fmla="*/ 509629 h 3089525"/>
              <a:gd name="connsiteX544" fmla="*/ 1503703 w 5851096"/>
              <a:gd name="connsiteY544" fmla="*/ 521483 h 3089525"/>
              <a:gd name="connsiteX545" fmla="*/ 1502268 w 5851096"/>
              <a:gd name="connsiteY545" fmla="*/ 539073 h 3089525"/>
              <a:gd name="connsiteX546" fmla="*/ 1494457 w 5851096"/>
              <a:gd name="connsiteY546" fmla="*/ 634895 h 3089525"/>
              <a:gd name="connsiteX547" fmla="*/ 1493894 w 5851096"/>
              <a:gd name="connsiteY547" fmla="*/ 641812 h 3089525"/>
              <a:gd name="connsiteX548" fmla="*/ 1493365 w 5851096"/>
              <a:gd name="connsiteY548" fmla="*/ 641878 h 3089525"/>
              <a:gd name="connsiteX549" fmla="*/ 771371 w 5851096"/>
              <a:gd name="connsiteY549" fmla="*/ 1359994 h 3089525"/>
              <a:gd name="connsiteX550" fmla="*/ 771250 w 5851096"/>
              <a:gd name="connsiteY550" fmla="*/ 1361184 h 3089525"/>
              <a:gd name="connsiteX551" fmla="*/ 754286 w 5851096"/>
              <a:gd name="connsiteY551" fmla="*/ 1362780 h 3089525"/>
              <a:gd name="connsiteX552" fmla="*/ 654458 w 5851096"/>
              <a:gd name="connsiteY552" fmla="*/ 1372169 h 3089525"/>
              <a:gd name="connsiteX553" fmla="*/ 636551 w 5851096"/>
              <a:gd name="connsiteY553" fmla="*/ 1373854 h 3089525"/>
              <a:gd name="connsiteX554" fmla="*/ 636524 w 5851096"/>
              <a:gd name="connsiteY554" fmla="*/ 1373341 h 3089525"/>
              <a:gd name="connsiteX555" fmla="*/ 636002 w 5851096"/>
              <a:gd name="connsiteY555" fmla="*/ 1373376 h 3089525"/>
              <a:gd name="connsiteX556" fmla="*/ 635382 w 5851096"/>
              <a:gd name="connsiteY556" fmla="*/ 1361522 h 3089525"/>
              <a:gd name="connsiteX557" fmla="*/ 635382 w 5851096"/>
              <a:gd name="connsiteY557" fmla="*/ 1411078 h 3089525"/>
              <a:gd name="connsiteX558" fmla="*/ 636003 w 5851096"/>
              <a:gd name="connsiteY558" fmla="*/ 1399317 h 3089525"/>
              <a:gd name="connsiteX559" fmla="*/ 636524 w 5851096"/>
              <a:gd name="connsiteY559" fmla="*/ 1399351 h 3089525"/>
              <a:gd name="connsiteX560" fmla="*/ 636551 w 5851096"/>
              <a:gd name="connsiteY560" fmla="*/ 1398843 h 3089525"/>
              <a:gd name="connsiteX561" fmla="*/ 654426 w 5851096"/>
              <a:gd name="connsiteY561" fmla="*/ 1400511 h 3089525"/>
              <a:gd name="connsiteX562" fmla="*/ 754290 w 5851096"/>
              <a:gd name="connsiteY562" fmla="*/ 1409831 h 3089525"/>
              <a:gd name="connsiteX563" fmla="*/ 771250 w 5851096"/>
              <a:gd name="connsiteY563" fmla="*/ 1411413 h 3089525"/>
              <a:gd name="connsiteX564" fmla="*/ 771372 w 5851096"/>
              <a:gd name="connsiteY564" fmla="*/ 1412593 h 3089525"/>
              <a:gd name="connsiteX565" fmla="*/ 1493366 w 5851096"/>
              <a:gd name="connsiteY565" fmla="*/ 2125070 h 3089525"/>
              <a:gd name="connsiteX566" fmla="*/ 1493895 w 5851096"/>
              <a:gd name="connsiteY566" fmla="*/ 2125135 h 3089525"/>
              <a:gd name="connsiteX567" fmla="*/ 1494460 w 5851096"/>
              <a:gd name="connsiteY567" fmla="*/ 2132012 h 3089525"/>
              <a:gd name="connsiteX568" fmla="*/ 1502268 w 5851096"/>
              <a:gd name="connsiteY568" fmla="*/ 2227062 h 3089525"/>
              <a:gd name="connsiteX569" fmla="*/ 1503703 w 5851096"/>
              <a:gd name="connsiteY569" fmla="*/ 2244520 h 3089525"/>
              <a:gd name="connsiteX570" fmla="*/ 1503082 w 5851096"/>
              <a:gd name="connsiteY570" fmla="*/ 2256280 h 3089525"/>
              <a:gd name="connsiteX571" fmla="*/ 1502560 w 5851096"/>
              <a:gd name="connsiteY571" fmla="*/ 2256246 h 3089525"/>
              <a:gd name="connsiteX572" fmla="*/ 1502533 w 5851096"/>
              <a:gd name="connsiteY572" fmla="*/ 2256755 h 3089525"/>
              <a:gd name="connsiteX573" fmla="*/ 1484625 w 5851096"/>
              <a:gd name="connsiteY573" fmla="*/ 2255084 h 3089525"/>
              <a:gd name="connsiteX574" fmla="*/ 1384798 w 5851096"/>
              <a:gd name="connsiteY574" fmla="*/ 2245767 h 3089525"/>
              <a:gd name="connsiteX575" fmla="*/ 1367833 w 5851096"/>
              <a:gd name="connsiteY575" fmla="*/ 2244184 h 3089525"/>
              <a:gd name="connsiteX576" fmla="*/ 1367712 w 5851096"/>
              <a:gd name="connsiteY576" fmla="*/ 2243004 h 3089525"/>
              <a:gd name="connsiteX577" fmla="*/ 645718 w 5851096"/>
              <a:gd name="connsiteY577" fmla="*/ 1530527 h 3089525"/>
              <a:gd name="connsiteX578" fmla="*/ 645190 w 5851096"/>
              <a:gd name="connsiteY578" fmla="*/ 1530463 h 3089525"/>
              <a:gd name="connsiteX579" fmla="*/ 644626 w 5851096"/>
              <a:gd name="connsiteY579" fmla="*/ 1523599 h 3089525"/>
              <a:gd name="connsiteX580" fmla="*/ 636815 w 5851096"/>
              <a:gd name="connsiteY580" fmla="*/ 1428529 h 3089525"/>
              <a:gd name="connsiteX581" fmla="*/ 635382 w 5851096"/>
              <a:gd name="connsiteY581" fmla="*/ 1411078 h 3089525"/>
              <a:gd name="connsiteX582" fmla="*/ 0 w 5851096"/>
              <a:gd name="connsiteY582" fmla="*/ 120584 h 3089525"/>
              <a:gd name="connsiteX583" fmla="*/ 0 w 5851096"/>
              <a:gd name="connsiteY583" fmla="*/ 0 h 3089525"/>
              <a:gd name="connsiteX584" fmla="*/ 95071 w 5851096"/>
              <a:gd name="connsiteY584" fmla="*/ 0 h 3089525"/>
              <a:gd name="connsiteX585" fmla="*/ 23697 w 5851096"/>
              <a:gd name="connsiteY585" fmla="*/ 79433 h 3089525"/>
              <a:gd name="connsiteX586" fmla="*/ 0 w 5851096"/>
              <a:gd name="connsiteY586" fmla="*/ 459154 h 3089525"/>
              <a:gd name="connsiteX587" fmla="*/ 0 w 5851096"/>
              <a:gd name="connsiteY587" fmla="*/ 322913 h 3089525"/>
              <a:gd name="connsiteX588" fmla="*/ 85961 w 5851096"/>
              <a:gd name="connsiteY588" fmla="*/ 286715 h 3089525"/>
              <a:gd name="connsiteX589" fmla="*/ 364172 w 5851096"/>
              <a:gd name="connsiteY589" fmla="*/ 45955 h 3089525"/>
              <a:gd name="connsiteX590" fmla="*/ 387426 w 5851096"/>
              <a:gd name="connsiteY590" fmla="*/ 0 h 3089525"/>
              <a:gd name="connsiteX591" fmla="*/ 542918 w 5851096"/>
              <a:gd name="connsiteY591" fmla="*/ 0 h 3089525"/>
              <a:gd name="connsiteX592" fmla="*/ 488688 w 5851096"/>
              <a:gd name="connsiteY592" fmla="*/ 99096 h 3089525"/>
              <a:gd name="connsiteX593" fmla="*/ 13938 w 5851096"/>
              <a:gd name="connsiteY593" fmla="*/ 455878 h 3089525"/>
              <a:gd name="connsiteX594" fmla="*/ 0 w 5851096"/>
              <a:gd name="connsiteY594" fmla="*/ 1108862 h 3089525"/>
              <a:gd name="connsiteX595" fmla="*/ 0 w 5851096"/>
              <a:gd name="connsiteY595" fmla="*/ 893255 h 3089525"/>
              <a:gd name="connsiteX596" fmla="*/ 33376 w 5851096"/>
              <a:gd name="connsiteY596" fmla="*/ 945052 h 3089525"/>
              <a:gd name="connsiteX597" fmla="*/ 473320 w 5851096"/>
              <a:gd name="connsiteY597" fmla="*/ 1223782 h 3089525"/>
              <a:gd name="connsiteX598" fmla="*/ 9746 w 5851096"/>
              <a:gd name="connsiteY598" fmla="*/ 689563 h 3089525"/>
              <a:gd name="connsiteX599" fmla="*/ 0 w 5851096"/>
              <a:gd name="connsiteY599" fmla="*/ 686740 h 3089525"/>
              <a:gd name="connsiteX600" fmla="*/ 0 w 5851096"/>
              <a:gd name="connsiteY600" fmla="*/ 549764 h 3089525"/>
              <a:gd name="connsiteX601" fmla="*/ 27617 w 5851096"/>
              <a:gd name="connsiteY601" fmla="*/ 556541 h 3089525"/>
              <a:gd name="connsiteX602" fmla="*/ 612962 w 5851096"/>
              <a:gd name="connsiteY602" fmla="*/ 1241127 h 3089525"/>
              <a:gd name="connsiteX603" fmla="*/ 613492 w 5851096"/>
              <a:gd name="connsiteY603" fmla="*/ 1241192 h 3089525"/>
              <a:gd name="connsiteX604" fmla="*/ 614057 w 5851096"/>
              <a:gd name="connsiteY604" fmla="*/ 1248124 h 3089525"/>
              <a:gd name="connsiteX605" fmla="*/ 621865 w 5851096"/>
              <a:gd name="connsiteY605" fmla="*/ 1343926 h 3089525"/>
              <a:gd name="connsiteX606" fmla="*/ 623299 w 5851096"/>
              <a:gd name="connsiteY606" fmla="*/ 1361522 h 3089525"/>
              <a:gd name="connsiteX607" fmla="*/ 622679 w 5851096"/>
              <a:gd name="connsiteY607" fmla="*/ 1373376 h 3089525"/>
              <a:gd name="connsiteX608" fmla="*/ 622157 w 5851096"/>
              <a:gd name="connsiteY608" fmla="*/ 1373341 h 3089525"/>
              <a:gd name="connsiteX609" fmla="*/ 622129 w 5851096"/>
              <a:gd name="connsiteY609" fmla="*/ 1373854 h 3089525"/>
              <a:gd name="connsiteX610" fmla="*/ 604221 w 5851096"/>
              <a:gd name="connsiteY610" fmla="*/ 1372169 h 3089525"/>
              <a:gd name="connsiteX611" fmla="*/ 504394 w 5851096"/>
              <a:gd name="connsiteY611" fmla="*/ 1362780 h 3089525"/>
              <a:gd name="connsiteX612" fmla="*/ 487429 w 5851096"/>
              <a:gd name="connsiteY612" fmla="*/ 1361184 h 3089525"/>
              <a:gd name="connsiteX613" fmla="*/ 487308 w 5851096"/>
              <a:gd name="connsiteY613" fmla="*/ 1359994 h 3089525"/>
              <a:gd name="connsiteX614" fmla="*/ 5260 w 5851096"/>
              <a:gd name="connsiteY614" fmla="*/ 1114967 h 3089525"/>
              <a:gd name="connsiteX615" fmla="*/ 0 w 5851096"/>
              <a:gd name="connsiteY615" fmla="*/ 2216459 h 3089525"/>
              <a:gd name="connsiteX616" fmla="*/ 0 w 5851096"/>
              <a:gd name="connsiteY616" fmla="*/ 2080559 h 3089525"/>
              <a:gd name="connsiteX617" fmla="*/ 9744 w 5851096"/>
              <a:gd name="connsiteY617" fmla="*/ 2077760 h 3089525"/>
              <a:gd name="connsiteX618" fmla="*/ 473318 w 5851096"/>
              <a:gd name="connsiteY618" fmla="*/ 1547735 h 3089525"/>
              <a:gd name="connsiteX619" fmla="*/ 33374 w 5851096"/>
              <a:gd name="connsiteY619" fmla="*/ 1824276 h 3089525"/>
              <a:gd name="connsiteX620" fmla="*/ 0 w 5851096"/>
              <a:gd name="connsiteY620" fmla="*/ 1875663 h 3089525"/>
              <a:gd name="connsiteX621" fmla="*/ 0 w 5851096"/>
              <a:gd name="connsiteY621" fmla="*/ 1661750 h 3089525"/>
              <a:gd name="connsiteX622" fmla="*/ 5257 w 5851096"/>
              <a:gd name="connsiteY622" fmla="*/ 1655695 h 3089525"/>
              <a:gd name="connsiteX623" fmla="*/ 487305 w 5851096"/>
              <a:gd name="connsiteY623" fmla="*/ 1412593 h 3089525"/>
              <a:gd name="connsiteX624" fmla="*/ 487427 w 5851096"/>
              <a:gd name="connsiteY624" fmla="*/ 1411413 h 3089525"/>
              <a:gd name="connsiteX625" fmla="*/ 504388 w 5851096"/>
              <a:gd name="connsiteY625" fmla="*/ 1409831 h 3089525"/>
              <a:gd name="connsiteX626" fmla="*/ 604251 w 5851096"/>
              <a:gd name="connsiteY626" fmla="*/ 1400511 h 3089525"/>
              <a:gd name="connsiteX627" fmla="*/ 622127 w 5851096"/>
              <a:gd name="connsiteY627" fmla="*/ 1398843 h 3089525"/>
              <a:gd name="connsiteX628" fmla="*/ 622154 w 5851096"/>
              <a:gd name="connsiteY628" fmla="*/ 1399351 h 3089525"/>
              <a:gd name="connsiteX629" fmla="*/ 622675 w 5851096"/>
              <a:gd name="connsiteY629" fmla="*/ 1399317 h 3089525"/>
              <a:gd name="connsiteX630" fmla="*/ 623297 w 5851096"/>
              <a:gd name="connsiteY630" fmla="*/ 1411078 h 3089525"/>
              <a:gd name="connsiteX631" fmla="*/ 621863 w 5851096"/>
              <a:gd name="connsiteY631" fmla="*/ 1428529 h 3089525"/>
              <a:gd name="connsiteX632" fmla="*/ 614051 w 5851096"/>
              <a:gd name="connsiteY632" fmla="*/ 1523599 h 3089525"/>
              <a:gd name="connsiteX633" fmla="*/ 613488 w 5851096"/>
              <a:gd name="connsiteY633" fmla="*/ 1530463 h 3089525"/>
              <a:gd name="connsiteX634" fmla="*/ 612959 w 5851096"/>
              <a:gd name="connsiteY634" fmla="*/ 1530527 h 3089525"/>
              <a:gd name="connsiteX635" fmla="*/ 27613 w 5851096"/>
              <a:gd name="connsiteY635" fmla="*/ 2209736 h 3089525"/>
              <a:gd name="connsiteX636" fmla="*/ 0 w 5851096"/>
              <a:gd name="connsiteY636" fmla="*/ 2867081 h 3089525"/>
              <a:gd name="connsiteX637" fmla="*/ 0 w 5851096"/>
              <a:gd name="connsiteY637" fmla="*/ 2651475 h 3089525"/>
              <a:gd name="connsiteX638" fmla="*/ 33376 w 5851096"/>
              <a:gd name="connsiteY638" fmla="*/ 2703272 h 3089525"/>
              <a:gd name="connsiteX639" fmla="*/ 473320 w 5851096"/>
              <a:gd name="connsiteY639" fmla="*/ 2982001 h 3089525"/>
              <a:gd name="connsiteX640" fmla="*/ 9746 w 5851096"/>
              <a:gd name="connsiteY640" fmla="*/ 2447782 h 3089525"/>
              <a:gd name="connsiteX641" fmla="*/ 0 w 5851096"/>
              <a:gd name="connsiteY641" fmla="*/ 2444960 h 3089525"/>
              <a:gd name="connsiteX642" fmla="*/ 0 w 5851096"/>
              <a:gd name="connsiteY642" fmla="*/ 2307984 h 3089525"/>
              <a:gd name="connsiteX643" fmla="*/ 27617 w 5851096"/>
              <a:gd name="connsiteY643" fmla="*/ 2314760 h 3089525"/>
              <a:gd name="connsiteX644" fmla="*/ 612962 w 5851096"/>
              <a:gd name="connsiteY644" fmla="*/ 2999346 h 3089525"/>
              <a:gd name="connsiteX645" fmla="*/ 613492 w 5851096"/>
              <a:gd name="connsiteY645" fmla="*/ 2999411 h 3089525"/>
              <a:gd name="connsiteX646" fmla="*/ 614056 w 5851096"/>
              <a:gd name="connsiteY646" fmla="*/ 3006343 h 3089525"/>
              <a:gd name="connsiteX647" fmla="*/ 620836 w 5851096"/>
              <a:gd name="connsiteY647" fmla="*/ 3089525 h 3089525"/>
              <a:gd name="connsiteX648" fmla="*/ 370396 w 5851096"/>
              <a:gd name="connsiteY648" fmla="*/ 3089525 h 3089525"/>
              <a:gd name="connsiteX649" fmla="*/ 350661 w 5851096"/>
              <a:gd name="connsiteY649" fmla="*/ 3084682 h 3089525"/>
              <a:gd name="connsiteX650" fmla="*/ 5260 w 5851096"/>
              <a:gd name="connsiteY650" fmla="*/ 2873187 h 308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</a:cxnLst>
            <a:rect l="l" t="t" r="r" b="b"/>
            <a:pathLst>
              <a:path w="5851096" h="3089525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4851" y="965864"/>
            <a:ext cx="5255249" cy="3450370"/>
          </a:xfrm>
        </p:spPr>
        <p:txBody>
          <a:bodyPr anchor="b">
            <a:normAutofit/>
          </a:bodyPr>
          <a:lstStyle/>
          <a:p>
            <a:endParaRPr lang="en-US" sz="1700" dirty="0">
              <a:solidFill>
                <a:srgbClr val="FFFFFF"/>
              </a:solidFill>
            </a:endParaRP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Crystal Long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Module 7.2 Assignment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Overview of industry on-call best practices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Based on SolarWinds, Atlassian, and </a:t>
            </a:r>
            <a:r>
              <a:rPr lang="en-US" sz="1700" dirty="0" err="1">
                <a:solidFill>
                  <a:srgbClr val="FFFFFF"/>
                </a:solidFill>
              </a:rPr>
              <a:t>FireHydrant</a:t>
            </a:r>
            <a:endParaRPr lang="en-US" sz="1700" dirty="0">
              <a:solidFill>
                <a:srgbClr val="FFFFFF"/>
              </a:solidFill>
            </a:endParaRP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Course: CSD380-J307 DevOps (2263-DD)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Sue Sampson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43237" y="4576004"/>
            <a:ext cx="3429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Are Pager Rotation Duties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144500-DE7E-635E-405A-6A5CAE957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74954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Pager Rotation Matters in DevOps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706529-987B-7172-2A30-3B12BDD78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7656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4100">
                <a:solidFill>
                  <a:srgbClr val="FFFFFF"/>
                </a:solidFill>
              </a:rPr>
              <a:t>Core Rotation Practices (SolarWinds)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/>
          </a:p>
          <a:p>
            <a:pPr lvl="1"/>
            <a:r>
              <a:t>Defined primary and secondary on-call responders</a:t>
            </a:r>
          </a:p>
          <a:p>
            <a:pPr lvl="1"/>
            <a:r>
              <a:t>Clear escalation paths for complex incidents</a:t>
            </a:r>
          </a:p>
          <a:p>
            <a:pPr lvl="1"/>
            <a:r>
              <a:t>Structured handoff procedures between shifts</a:t>
            </a:r>
          </a:p>
          <a:p>
            <a:pPr lvl="1"/>
            <a:r>
              <a:t>Runbooks for consistent incident handling</a:t>
            </a:r>
          </a:p>
          <a:p>
            <a:pPr lvl="1"/>
            <a:r>
              <a:t>Alert tuning to prevent noise and fatigue</a:t>
            </a:r>
          </a:p>
          <a:p>
            <a:pPr lvl="1"/>
            <a:r>
              <a:t>Tracking metrics such as page volume and response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FB7AEF-EBE4-4D09-8CB7-8EABCB3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AFEBEB-E7DF-4119-99EC-3C2C5F3C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60" y="321731"/>
            <a:ext cx="4266015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48" y="965200"/>
            <a:ext cx="3517454" cy="481559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Human &amp; Team Factors (Atlassian)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5F227-C9F5-44BC-8ECE-188763D8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5" y="321732"/>
            <a:ext cx="4270376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798" y="974875"/>
            <a:ext cx="3543430" cy="4852362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Fair pager load distribution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Clear expectations for on-call duties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Separate on-call shifts from major development tasks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Blameless incident reviews for learning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Training for confidence across systems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Supportive culture and teamwork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Scheduling Best Practices (FireHydrant)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 lang="en-US"/>
          </a:p>
          <a:p>
            <a:pPr lvl="1"/>
            <a:r>
              <a:rPr lang="en-US"/>
              <a:t>Use weekly or shift-based predictable rotations</a:t>
            </a:r>
          </a:p>
          <a:p>
            <a:pPr lvl="1"/>
            <a:r>
              <a:rPr lang="en-US"/>
              <a:t>Plan schedules around team size and workload</a:t>
            </a:r>
          </a:p>
          <a:p>
            <a:pPr lvl="1"/>
            <a:r>
              <a:rPr lang="en-US"/>
              <a:t>Primary plus secondary coverage model</a:t>
            </a:r>
          </a:p>
          <a:p>
            <a:pPr lvl="1"/>
            <a:r>
              <a:rPr lang="en-US"/>
              <a:t>Account for swaps, holidays, and outages</a:t>
            </a:r>
          </a:p>
          <a:p>
            <a:pPr lvl="1"/>
            <a:r>
              <a:rPr lang="en-US"/>
              <a:t>Service ownership clarity for proper alert routing</a:t>
            </a:r>
          </a:p>
          <a:p>
            <a:pPr lvl="1"/>
            <a:r>
              <a:rPr lang="en-US"/>
              <a:t>Visibility of schedules across the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7A3056-9B88-444B-94DA-40B0F2C6E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5"/>
            <a:ext cx="2722626" cy="1677467"/>
          </a:xfrm>
        </p:spPr>
        <p:txBody>
          <a:bodyPr>
            <a:normAutofit/>
          </a:bodyPr>
          <a:lstStyle/>
          <a:p>
            <a:r>
              <a:rPr lang="en-US" sz="3800"/>
              <a:t>Minimizing Alert Burden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20BD55-A71A-48C6-B0F7-235147F39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9347" y="2423548"/>
            <a:ext cx="267462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584415"/>
            <a:ext cx="2722626" cy="3724944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Regular review and cleanup of alert rules</a:t>
            </a:r>
          </a:p>
          <a:p>
            <a:pPr lvl="1"/>
            <a:r>
              <a:rPr lang="en-US" sz="1700"/>
              <a:t>Automation to filter and prioritize alerts</a:t>
            </a:r>
          </a:p>
          <a:p>
            <a:pPr lvl="1"/>
            <a:r>
              <a:rPr lang="en-US" sz="1700"/>
              <a:t>Threshold tuning based on real patterns</a:t>
            </a:r>
          </a:p>
          <a:p>
            <a:pPr lvl="1"/>
            <a:r>
              <a:rPr lang="en-US" sz="1700"/>
              <a:t>Periodic alert audits to remove noise</a:t>
            </a:r>
          </a:p>
          <a:p>
            <a:pPr lvl="1"/>
            <a:r>
              <a:rPr lang="en-US" sz="1700"/>
              <a:t>Compensation or rest after heavy incidents</a:t>
            </a:r>
          </a:p>
          <a:p>
            <a:pPr lvl="1"/>
            <a:r>
              <a:rPr lang="en-US" sz="1700"/>
              <a:t>Encourage adjustments based on trends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215CF0-5E5E-4D2E-B3AE-366652A36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047" y="0"/>
            <a:ext cx="5182493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641" y="942449"/>
            <a:ext cx="5010992" cy="1470249"/>
          </a:xfrm>
        </p:spPr>
        <p:txBody>
          <a:bodyPr>
            <a:normAutofit/>
          </a:bodyPr>
          <a:lstStyle/>
          <a:p>
            <a:r>
              <a:t>Tools Supporting On-Call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48775" y="2573573"/>
            <a:ext cx="4937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282" y="2773885"/>
            <a:ext cx="5007352" cy="3141013"/>
          </a:xfrm>
        </p:spPr>
        <p:txBody>
          <a:bodyPr>
            <a:normAutofit/>
          </a:bodyPr>
          <a:lstStyle/>
          <a:p>
            <a:endParaRPr/>
          </a:p>
          <a:p>
            <a:pPr lvl="1"/>
            <a:r>
              <a:t>Automated scheduling tools (PagerDuty, Opsgenie, FireHydrant)</a:t>
            </a:r>
          </a:p>
          <a:p>
            <a:pPr lvl="1"/>
            <a:r>
              <a:t>Escalation chains and reporting features</a:t>
            </a:r>
          </a:p>
          <a:p>
            <a:pPr lvl="1"/>
            <a:r>
              <a:t>Slack/Teams for coordinated response</a:t>
            </a:r>
          </a:p>
          <a:p>
            <a:pPr lvl="1"/>
            <a:r>
              <a:t>Confluence or wikis for runbooks</a:t>
            </a:r>
          </a:p>
          <a:p>
            <a:pPr lvl="1"/>
            <a:r>
              <a:t>Monitoring integration for accurate routing</a:t>
            </a:r>
          </a:p>
          <a:p>
            <a:pPr lvl="1"/>
            <a:r>
              <a:t>Tools reduce manual overhead and errors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FB7AEF-EBE4-4D09-8CB7-8EABCB3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AFEBEB-E7DF-4119-99EC-3C2C5F3C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60" y="321731"/>
            <a:ext cx="4266015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48" y="965200"/>
            <a:ext cx="3517454" cy="481559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Common Rotation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5F227-C9F5-44BC-8ECE-188763D8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5" y="321732"/>
            <a:ext cx="4270376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798" y="974875"/>
            <a:ext cx="3543430" cy="4852362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Weekly primary on-call rotation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Follow-the-sun regional schedules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Primary/secondary layered coverage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Shift-based 8–12 hour blocks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Weekday vs weekend hybrid models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Pairing junior with senior responders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80FEBDA-0938-D0E0-E3C0-D375DAD56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12527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6A354-B268-0F40-7C29-30D115A4A2CE}"/>
              </a:ext>
            </a:extLst>
          </p:cNvPr>
          <p:cNvSpPr txBox="1"/>
          <p:nvPr/>
        </p:nvSpPr>
        <p:spPr>
          <a:xfrm>
            <a:off x="274320" y="4828032"/>
            <a:ext cx="593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Resources: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D1BEEFA2-9FC7-76B9-F2EF-63E8492B69F4}"/>
              </a:ext>
            </a:extLst>
          </p:cNvPr>
          <p:cNvGraphicFramePr/>
          <p:nvPr/>
        </p:nvGraphicFramePr>
        <p:xfrm>
          <a:off x="758952" y="411480"/>
          <a:ext cx="7397496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3658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1236</TotalTime>
  <Words>479</Words>
  <Application>Microsoft Office PowerPoint</Application>
  <PresentationFormat>On-screen Show (4:3)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Pager Rotation Duties</vt:lpstr>
      <vt:lpstr>What Are Pager Rotation Duties</vt:lpstr>
      <vt:lpstr>Why Pager Rotation Matters in DevOps</vt:lpstr>
      <vt:lpstr>Core Rotation Practices (SolarWinds)</vt:lpstr>
      <vt:lpstr>Human &amp; Team Factors (Atlassian)</vt:lpstr>
      <vt:lpstr>Scheduling Best Practices (FireHydrant)</vt:lpstr>
      <vt:lpstr>Minimizing Alert Burden</vt:lpstr>
      <vt:lpstr>Tools Supporting On-Call</vt:lpstr>
      <vt:lpstr>Common Rotation Models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Crystal Long</dc:creator>
  <cp:keywords/>
  <dc:description>generated using python-pptx</dc:description>
  <cp:lastModifiedBy>Crystal Long</cp:lastModifiedBy>
  <cp:revision>4</cp:revision>
  <dcterms:created xsi:type="dcterms:W3CDTF">2013-01-27T09:14:16Z</dcterms:created>
  <dcterms:modified xsi:type="dcterms:W3CDTF">2025-12-01T02:20:03Z</dcterms:modified>
  <cp:category/>
</cp:coreProperties>
</file>